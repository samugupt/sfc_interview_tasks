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7.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21.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70" r:id="rId4"/>
    <p:sldMasterId id="2147483671"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11" Type="http://schemas.openxmlformats.org/officeDocument/2006/relationships/slide" Target="slides/slide5.xml"/><Relationship Id="rId10" Type="http://schemas.openxmlformats.org/officeDocument/2006/relationships/slide" Target="slides/slide4.xml"/><Relationship Id="rId21" Type="http://schemas.openxmlformats.org/officeDocument/2006/relationships/slide" Target="slides/slide15.xml"/><Relationship Id="rId13" Type="http://schemas.openxmlformats.org/officeDocument/2006/relationships/slide" Target="slides/slide7.xml"/><Relationship Id="rId12" Type="http://schemas.openxmlformats.org/officeDocument/2006/relationships/slide" Target="slides/slide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3.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5" Type="http://schemas.openxmlformats.org/officeDocument/2006/relationships/slideMaster" Target="slideMasters/slideMaster2.xml"/><Relationship Id="rId19" Type="http://schemas.openxmlformats.org/officeDocument/2006/relationships/slide" Target="slides/slide13.xml"/><Relationship Id="rId6" Type="http://schemas.openxmlformats.org/officeDocument/2006/relationships/notesMaster" Target="notesMasters/notesMaster1.xml"/><Relationship Id="rId18"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g3fbedc1e631_0_0:notes"/>
          <p:cNvSpPr/>
          <p:nvPr>
            <p:ph idx="2" type="sldImg"/>
          </p:nvPr>
        </p:nvSpPr>
        <p:spPr>
          <a:xfrm>
            <a:off x="-6"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7" name="Google Shape;127;g3fbedc1e631_0_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A fuel cell turns stored chemical energy straight into electricity — no combustion, no heat engine in the path. These four numbers are the whole deck. The chemistry offers 1.23 volts. You actually get 0.70. That ratio is your efficiency. And everything you did not get comes out as heat — more heat than electricity, as we will see.</a:t>
            </a:r>
            <a:endParaRPr/>
          </a:p>
        </p:txBody>
      </p:sp>
      <p:sp>
        <p:nvSpPr>
          <p:cNvPr id="128" name="Google Shape;128;g3fbedc1e631_0_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g3fbedc1e631_0_108:notes"/>
          <p:cNvSpPr/>
          <p:nvPr>
            <p:ph idx="2" type="sldImg"/>
          </p:nvPr>
        </p:nvSpPr>
        <p:spPr>
          <a:xfrm>
            <a:off x="-6"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3" name="Google Shape;163;g3fbedc1e631_0_10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[0:40]</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One idea on this slide. The membrane is a selective barrier: protons pass through it, electrons cannot. Without that, hydrogen and oxygen simply burn and you get heat. With it, the electrons are forced to take the long way round — out through your load — and that detour is the electricity. The catalyst layers either side host the reactions, and the plates feed and cool the whole thing. One cell gives well under a volt, so hundreds go in series to make a usable bus voltage.</a:t>
            </a:r>
            <a:endParaRPr/>
          </a:p>
        </p:txBody>
      </p:sp>
      <p:sp>
        <p:nvSpPr>
          <p:cNvPr id="164" name="Google Shape;164;g3fbedc1e631_0_10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 name="Shape 202"/>
        <p:cNvGrpSpPr/>
        <p:nvPr/>
      </p:nvGrpSpPr>
      <p:grpSpPr>
        <a:xfrm>
          <a:off x="0" y="0"/>
          <a:ext cx="0" cy="0"/>
          <a:chOff x="0" y="0"/>
          <a:chExt cx="0" cy="0"/>
        </a:xfrm>
      </p:grpSpPr>
      <p:sp>
        <p:nvSpPr>
          <p:cNvPr id="203" name="Google Shape;203;g3fbedc1e631_0_148:notes"/>
          <p:cNvSpPr/>
          <p:nvPr>
            <p:ph idx="2" type="sldImg"/>
          </p:nvPr>
        </p:nvSpPr>
        <p:spPr>
          <a:xfrm>
            <a:off x="-6"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4" name="Google Shape;204;g3fbedc1e631_0_14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[0:30]</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 will not read this table. The point is that the electrolyte is the design decision, and everything else follows from it — which ion moves sets the temperature, which sets the materials, the fuel and the application. Look at the two highlighted rows: PEMFC and DMFC share the same polymer membrane. Same physics, different fuel. Those are the two this deck takes, because low temperature means quick start and load following.</a:t>
            </a:r>
            <a:endParaRPr/>
          </a:p>
        </p:txBody>
      </p:sp>
      <p:sp>
        <p:nvSpPr>
          <p:cNvPr id="205" name="Google Shape;205;g3fbedc1e631_0_14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1" name="Shape 301"/>
        <p:cNvGrpSpPr/>
        <p:nvPr/>
      </p:nvGrpSpPr>
      <p:grpSpPr>
        <a:xfrm>
          <a:off x="0" y="0"/>
          <a:ext cx="0" cy="0"/>
          <a:chOff x="0" y="0"/>
          <a:chExt cx="0" cy="0"/>
        </a:xfrm>
      </p:grpSpPr>
      <p:sp>
        <p:nvSpPr>
          <p:cNvPr id="302" name="Google Shape;302;g3fbedc1e631_0_246:notes"/>
          <p:cNvSpPr/>
          <p:nvPr>
            <p:ph idx="2" type="sldImg"/>
          </p:nvPr>
        </p:nvSpPr>
        <p:spPr>
          <a:xfrm>
            <a:off x="-6"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3" name="Google Shape;303;g3fbedc1e631_0_24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Worth pausing here, because layer diagrams leave the impression that a fuel cell is a tidy sandwich. It is not. On the left is a portable methanol module — the ribbed block is the stack, and it is the smallest part of the box. In the middle, solid-oxide cells need what is effectively a furnace. On the right, a hydrogen stack: you can count the cells, and those yellow wires are per-cell voltage taps.</a:t>
            </a:r>
            <a:endParaRPr/>
          </a:p>
        </p:txBody>
      </p:sp>
      <p:sp>
        <p:nvSpPr>
          <p:cNvPr id="304" name="Google Shape;304;g3fbedc1e631_0_24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 name="Shape 322"/>
        <p:cNvGrpSpPr/>
        <p:nvPr/>
      </p:nvGrpSpPr>
      <p:grpSpPr>
        <a:xfrm>
          <a:off x="0" y="0"/>
          <a:ext cx="0" cy="0"/>
          <a:chOff x="0" y="0"/>
          <a:chExt cx="0" cy="0"/>
        </a:xfrm>
      </p:grpSpPr>
      <p:sp>
        <p:nvSpPr>
          <p:cNvPr id="323" name="Google Shape;323;g3fbedc1e631_0_436:notes"/>
          <p:cNvSpPr/>
          <p:nvPr>
            <p:ph idx="2" type="sldImg"/>
          </p:nvPr>
        </p:nvSpPr>
        <p:spPr>
          <a:xfrm>
            <a:off x="-6"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4" name="Google Shape;324;g3fbedc1e631_0_43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[0:40]</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Oxidation is loss of electrons, reduction is gain. At the anode each hydrogen molecule gives up two protons and two electrons. The protons cross the membrane; the electrons cannot, so they go around through your load. At the cathode the two recombine with oxygen into water. The important word is deliberately — hydrogen is never burned here. The reaction is split in two on purpose, so the electrons have to do useful work on the way round.</a:t>
            </a:r>
            <a:endParaRPr/>
          </a:p>
        </p:txBody>
      </p:sp>
      <p:sp>
        <p:nvSpPr>
          <p:cNvPr id="325" name="Google Shape;325;g3fbedc1e631_0_43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4" name="Shape 344"/>
        <p:cNvGrpSpPr/>
        <p:nvPr/>
      </p:nvGrpSpPr>
      <p:grpSpPr>
        <a:xfrm>
          <a:off x="0" y="0"/>
          <a:ext cx="0" cy="0"/>
          <a:chOff x="0" y="0"/>
          <a:chExt cx="0" cy="0"/>
        </a:xfrm>
      </p:grpSpPr>
      <p:sp>
        <p:nvSpPr>
          <p:cNvPr id="345" name="Google Shape;345;g3fbedc1e631_0_560:notes"/>
          <p:cNvSpPr/>
          <p:nvPr>
            <p:ph idx="2" type="sldImg"/>
          </p:nvPr>
        </p:nvSpPr>
        <p:spPr>
          <a:xfrm>
            <a:off x="-6"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6" name="Google Shape;346;g3fbedc1e631_0_56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[0:40]</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The direct-methanol cell is the same cell with a different meal. Same membrane, same cathode, same product water — only the anode changes, and it changes badly. Six electrons per molecule instead of two, much slower kinetics, and a carbon dioxide stream to get rid of. The table shows the consequence: about half the cell voltage and a tenth of the power density. What you buy is a fuel you can pour, instead of a seven-hundred-bar tank.</a:t>
            </a:r>
            <a:endParaRPr/>
          </a:p>
        </p:txBody>
      </p:sp>
      <p:sp>
        <p:nvSpPr>
          <p:cNvPr id="347" name="Google Shape;347;g3fbedc1e631_0_56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8" name="Shape 388"/>
        <p:cNvGrpSpPr/>
        <p:nvPr/>
      </p:nvGrpSpPr>
      <p:grpSpPr>
        <a:xfrm>
          <a:off x="0" y="0"/>
          <a:ext cx="0" cy="0"/>
          <a:chOff x="0" y="0"/>
          <a:chExt cx="0" cy="0"/>
        </a:xfrm>
      </p:grpSpPr>
      <p:sp>
        <p:nvSpPr>
          <p:cNvPr id="389" name="Google Shape;389;g3fbedc1e631_0_603:notes"/>
          <p:cNvSpPr/>
          <p:nvPr>
            <p:ph idx="2" type="sldImg"/>
          </p:nvPr>
        </p:nvSpPr>
        <p:spPr>
          <a:xfrm>
            <a:off x="-6"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0" name="Google Shape;390;g3fbedc1e631_0_60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[0:50]</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This is the slide I would spend most time on. Voltage only ever falls, for three different reasons that dominate in three ranges. At low current the reaction is simply slow to start, and that push comes out of your voltage — the loss platinum exists to reduce. In the middle it is just resistance, and that section is a straight line, which is the giveaway that it is Ohm's law. At high current the gas cannot reach the catalyst fast enough and water floods the pores. Power is those two axes multiplied, so it rises, peaks and collapses — and note we sit left of the peak, giving up power density to buy efficiency and stack life.</a:t>
            </a:r>
            <a:endParaRPr/>
          </a:p>
        </p:txBody>
      </p:sp>
      <p:sp>
        <p:nvSpPr>
          <p:cNvPr id="391" name="Google Shape;391;g3fbedc1e631_0_60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0" name="Shape 410"/>
        <p:cNvGrpSpPr/>
        <p:nvPr/>
      </p:nvGrpSpPr>
      <p:grpSpPr>
        <a:xfrm>
          <a:off x="0" y="0"/>
          <a:ext cx="0" cy="0"/>
          <a:chOff x="0" y="0"/>
          <a:chExt cx="0" cy="0"/>
        </a:xfrm>
      </p:grpSpPr>
      <p:sp>
        <p:nvSpPr>
          <p:cNvPr id="411" name="Google Shape;411;g3fbedc1e631_0_624:notes"/>
          <p:cNvSpPr/>
          <p:nvPr>
            <p:ph idx="2" type="sldImg"/>
          </p:nvPr>
        </p:nvSpPr>
        <p:spPr>
          <a:xfrm>
            <a:off x="-6"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2" name="Google Shape;412;g3fbedc1e631_0_6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[0:40]</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Three multiplications and one division. Area gives current: two hundred square centimetres at one amp per square centimetre is two hundred amps. Cell count gives voltage: four hundred cells at 0.70 volts is two hundred and eighty. Multiply, and the stack makes fifty-six kilowatts. Efficiency is then not a separate topic — it is the cell voltage divided by 1.48, which is 47 per cent. And the part people miss is on the right: sixty-three kilowatts leave as heat, at only sixty to eighty degrees. That means a physically large radiator.</a:t>
            </a:r>
            <a:endParaRPr/>
          </a:p>
        </p:txBody>
      </p:sp>
      <p:sp>
        <p:nvSpPr>
          <p:cNvPr id="413" name="Google Shape;413;g3fbedc1e631_0_62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7" name="Shape 457"/>
        <p:cNvGrpSpPr/>
        <p:nvPr/>
      </p:nvGrpSpPr>
      <p:grpSpPr>
        <a:xfrm>
          <a:off x="0" y="0"/>
          <a:ext cx="0" cy="0"/>
          <a:chOff x="0" y="0"/>
          <a:chExt cx="0" cy="0"/>
        </a:xfrm>
      </p:grpSpPr>
      <p:sp>
        <p:nvSpPr>
          <p:cNvPr id="458" name="Google Shape;458;g3fbedc1e631_0_745:notes"/>
          <p:cNvSpPr/>
          <p:nvPr>
            <p:ph idx="2" type="sldImg"/>
          </p:nvPr>
        </p:nvSpPr>
        <p:spPr>
          <a:xfrm>
            <a:off x="-6"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59" name="Google Shape;459;g3fbedc1e631_0_74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[0:40]</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Two corrections to the naive picture. First, gross is not net — the air compressor alone takes several kilowatts and scales with pressure, so fifty-six becomes about forty-seven by the time the load sees it. Quoting stack power without naming the auxiliary load overstates a system badly. Second, this is where my software background connects. The controller sits entirely on the low-power side of an isolation boundary: it measures the energy path and commands the converters and contactors, but hundreds of amps never pass through it.</a:t>
            </a:r>
            <a:endParaRPr/>
          </a:p>
        </p:txBody>
      </p:sp>
      <p:sp>
        <p:nvSpPr>
          <p:cNvPr id="460" name="Google Shape;460;g3fbedc1e631_0_74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3fbedc1e631_0_1115:notes"/>
          <p:cNvSpPr/>
          <p:nvPr>
            <p:ph idx="2" type="sldImg"/>
          </p:nvPr>
        </p:nvSpPr>
        <p:spPr>
          <a:xfrm>
            <a:off x="-6"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7" name="Google Shape;517;g3fbedc1e631_0_11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[0:40]</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Two corrections to the naive picture. First, gross is not net — the air compressor alone takes several kilowatts and scales with pressure, so fifty-six becomes about forty-seven by the time the load sees it. Quoting stack power without naming the auxiliary load overstates a system badly. Second, this is where my software background connects. The controller sits entirely on the low-power side of an isolation boundary: it measures the energy path and commands the converters and contactors, but hundreds of amps never pass through it.</a:t>
            </a:r>
            <a:endParaRPr/>
          </a:p>
        </p:txBody>
      </p:sp>
      <p:sp>
        <p:nvSpPr>
          <p:cNvPr id="518" name="Google Shape;518;g3fbedc1e631_0_111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8" name="Shape 578"/>
        <p:cNvGrpSpPr/>
        <p:nvPr/>
      </p:nvGrpSpPr>
      <p:grpSpPr>
        <a:xfrm>
          <a:off x="0" y="0"/>
          <a:ext cx="0" cy="0"/>
          <a:chOff x="0" y="0"/>
          <a:chExt cx="0" cy="0"/>
        </a:xfrm>
      </p:grpSpPr>
      <p:sp>
        <p:nvSpPr>
          <p:cNvPr id="579" name="Google Shape;579;g3fbedc1e631_0_876:notes"/>
          <p:cNvSpPr/>
          <p:nvPr>
            <p:ph idx="2" type="sldImg"/>
          </p:nvPr>
        </p:nvSpPr>
        <p:spPr>
          <a:xfrm>
            <a:off x="-6"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80" name="Google Shape;580;g3fbedc1e631_0_87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Do not sell this slide. The grey line under each card is the more interesting half — it is what separates someone who read a brochure from someone who thought about the system. The efficiency is real, but it falls as you load the stack. Zero emissions is true, but only at the tailpipe.</a:t>
            </a:r>
            <a:endParaRPr/>
          </a:p>
        </p:txBody>
      </p:sp>
      <p:sp>
        <p:nvSpPr>
          <p:cNvPr id="581" name="Google Shape;581;g3fbedc1e631_0_87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3" name="Shape 623"/>
        <p:cNvGrpSpPr/>
        <p:nvPr/>
      </p:nvGrpSpPr>
      <p:grpSpPr>
        <a:xfrm>
          <a:off x="0" y="0"/>
          <a:ext cx="0" cy="0"/>
          <a:chOff x="0" y="0"/>
          <a:chExt cx="0" cy="0"/>
        </a:xfrm>
      </p:grpSpPr>
      <p:sp>
        <p:nvSpPr>
          <p:cNvPr id="624" name="Google Shape;624;g3fbedc1e631_0_920:notes"/>
          <p:cNvSpPr/>
          <p:nvPr>
            <p:ph idx="2" type="sldImg"/>
          </p:nvPr>
        </p:nvSpPr>
        <p:spPr>
          <a:xfrm>
            <a:off x="-6"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25" name="Google Shape;625;g3fbedc1e631_0_9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Group these rather than reading them. Four of the eight are about hydrogen the fuel rather than the fuel cell — carbon intensity, storage, cost, infrastructure — and those are the ones currently holding the technology back. The other four are genuinely electrochemical. And I would end on the honest comparison: for a short-range car a battery wins, and saying so is what makes the rest credible.</a:t>
            </a:r>
            <a:endParaRPr/>
          </a:p>
        </p:txBody>
      </p:sp>
      <p:sp>
        <p:nvSpPr>
          <p:cNvPr id="626" name="Google Shape;626;g3fbedc1e631_0_92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9" name="Shape 669"/>
        <p:cNvGrpSpPr/>
        <p:nvPr/>
      </p:nvGrpSpPr>
      <p:grpSpPr>
        <a:xfrm>
          <a:off x="0" y="0"/>
          <a:ext cx="0" cy="0"/>
          <a:chOff x="0" y="0"/>
          <a:chExt cx="0" cy="0"/>
        </a:xfrm>
      </p:grpSpPr>
      <p:sp>
        <p:nvSpPr>
          <p:cNvPr id="670" name="Google Shape;670;g3fbedc1e631_0_965:notes"/>
          <p:cNvSpPr/>
          <p:nvPr>
            <p:ph idx="2" type="sldImg"/>
          </p:nvPr>
        </p:nvSpPr>
        <p:spPr>
          <a:xfrm>
            <a:off x="-6"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71" name="Google Shape;671;g3fbedc1e631_0_96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[0:20]</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The pattern is the payload here, not the six examples. High utilisation, a predictable route or site, and one concentrated fuelling node. If a duty cycle has all three, a fuel cell makes sense. If it has none, it does not — and that single test explains both the successes on this slide and the passenger-car disappointment.</a:t>
            </a:r>
            <a:endParaRPr/>
          </a:p>
        </p:txBody>
      </p:sp>
      <p:sp>
        <p:nvSpPr>
          <p:cNvPr id="672" name="Google Shape;672;g3fbedc1e631_0_96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6" name="Shape 716"/>
        <p:cNvGrpSpPr/>
        <p:nvPr/>
      </p:nvGrpSpPr>
      <p:grpSpPr>
        <a:xfrm>
          <a:off x="0" y="0"/>
          <a:ext cx="0" cy="0"/>
          <a:chOff x="0" y="0"/>
          <a:chExt cx="0" cy="0"/>
        </a:xfrm>
      </p:grpSpPr>
      <p:sp>
        <p:nvSpPr>
          <p:cNvPr id="717" name="Google Shape;717;g3fbedc1e631_0_1234:notes"/>
          <p:cNvSpPr/>
          <p:nvPr>
            <p:ph idx="2" type="sldImg"/>
          </p:nvPr>
        </p:nvSpPr>
        <p:spPr>
          <a:xfrm>
            <a:off x="-6"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18" name="Google Shape;718;g3fbedc1e631_0_123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[0:20]</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The pattern is the payload here, not the six examples. High utilisation, a predictable route or site, and one concentrated fuelling node. If a duty cycle has all three, a fuel cell makes sense. If it has none, it does not — and that single test explains both the successes on this slide and the passenger-car disappointment.</a:t>
            </a:r>
            <a:endParaRPr/>
          </a:p>
        </p:txBody>
      </p:sp>
      <p:sp>
        <p:nvSpPr>
          <p:cNvPr id="719" name="Google Shape;719;g3fbedc1e631_0_123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4" name="Shape 754"/>
        <p:cNvGrpSpPr/>
        <p:nvPr/>
      </p:nvGrpSpPr>
      <p:grpSpPr>
        <a:xfrm>
          <a:off x="0" y="0"/>
          <a:ext cx="0" cy="0"/>
          <a:chOff x="0" y="0"/>
          <a:chExt cx="0" cy="0"/>
        </a:xfrm>
      </p:grpSpPr>
      <p:sp>
        <p:nvSpPr>
          <p:cNvPr id="755" name="Google Shape;755;g3fbedc1e631_0_1011:notes"/>
          <p:cNvSpPr/>
          <p:nvPr>
            <p:ph idx="2" type="sldImg"/>
          </p:nvPr>
        </p:nvSpPr>
        <p:spPr>
          <a:xfrm>
            <a:off x="-6"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56" name="Google Shape;756;g3fbedc1e631_0_10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[0:30]</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To close on the position rather than the technology. A fuel cell is a converter, not a source — hydrogen stores the energy and the cell releases it. It competes with an engine or a diesel generator, not with a battery. And it wins on a narrow, identifiable set of duty cycles. Hydrogen belongs where direct electrification is difficult, and being precise about where it does not belong is what makes everything else credible.</a:t>
            </a:r>
            <a:endParaRPr/>
          </a:p>
        </p:txBody>
      </p:sp>
      <p:sp>
        <p:nvSpPr>
          <p:cNvPr id="757" name="Google Shape;757;g3fbedc1e631_0_101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6" name="Shape 56"/>
        <p:cNvGrpSpPr/>
        <p:nvPr/>
      </p:nvGrpSpPr>
      <p:grpSpPr>
        <a:xfrm>
          <a:off x="0" y="0"/>
          <a:ext cx="0" cy="0"/>
          <a:chOff x="0" y="0"/>
          <a:chExt cx="0" cy="0"/>
        </a:xfrm>
      </p:grpSpPr>
      <p:sp>
        <p:nvSpPr>
          <p:cNvPr id="57" name="Google Shape;57;p14"/>
          <p:cNvSpPr txBox="1"/>
          <p:nvPr>
            <p:ph idx="10" type="dt"/>
          </p:nvPr>
        </p:nvSpPr>
        <p:spPr>
          <a:xfrm>
            <a:off x="342901" y="4767263"/>
            <a:ext cx="16002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8" name="Google Shape;58;p14"/>
          <p:cNvSpPr txBox="1"/>
          <p:nvPr>
            <p:ph idx="11" type="ftr"/>
          </p:nvPr>
        </p:nvSpPr>
        <p:spPr>
          <a:xfrm>
            <a:off x="2343160" y="4767263"/>
            <a:ext cx="21717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9" name="Google Shape;59;p14"/>
          <p:cNvSpPr txBox="1"/>
          <p:nvPr>
            <p:ph idx="12" type="sldNum"/>
          </p:nvPr>
        </p:nvSpPr>
        <p:spPr>
          <a:xfrm>
            <a:off x="4914920" y="4767263"/>
            <a:ext cx="16002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60" name="Shape 60"/>
        <p:cNvGrpSpPr/>
        <p:nvPr/>
      </p:nvGrpSpPr>
      <p:grpSpPr>
        <a:xfrm>
          <a:off x="0" y="0"/>
          <a:ext cx="0" cy="0"/>
          <a:chOff x="0" y="0"/>
          <a:chExt cx="0" cy="0"/>
        </a:xfrm>
      </p:grpSpPr>
      <p:sp>
        <p:nvSpPr>
          <p:cNvPr id="61" name="Google Shape;61;p15"/>
          <p:cNvSpPr txBox="1"/>
          <p:nvPr>
            <p:ph type="ctrTitle"/>
          </p:nvPr>
        </p:nvSpPr>
        <p:spPr>
          <a:xfrm>
            <a:off x="514352" y="1597819"/>
            <a:ext cx="5829300" cy="1102500"/>
          </a:xfrm>
          <a:prstGeom prst="rect">
            <a:avLst/>
          </a:prstGeom>
          <a:noFill/>
          <a:ln>
            <a:noFill/>
          </a:ln>
        </p:spPr>
        <p:txBody>
          <a:bodyPr anchorCtr="0" anchor="ctr" bIns="34275" lIns="68575" spcFirstLastPara="1" rIns="68575" wrap="square" tIns="34275">
            <a:normAutofit/>
          </a:bodyPr>
          <a:lstStyle>
            <a:lvl1pPr lvl="0" algn="ctr">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62" name="Google Shape;62;p15"/>
          <p:cNvSpPr txBox="1"/>
          <p:nvPr>
            <p:ph idx="1" type="subTitle"/>
          </p:nvPr>
        </p:nvSpPr>
        <p:spPr>
          <a:xfrm>
            <a:off x="1028704" y="2914650"/>
            <a:ext cx="4800600" cy="1314600"/>
          </a:xfrm>
          <a:prstGeom prst="rect">
            <a:avLst/>
          </a:prstGeom>
          <a:noFill/>
          <a:ln>
            <a:noFill/>
          </a:ln>
        </p:spPr>
        <p:txBody>
          <a:bodyPr anchorCtr="0" anchor="t" bIns="34275" lIns="68575" spcFirstLastPara="1" rIns="68575" wrap="square" tIns="34275">
            <a:normAutofit/>
          </a:bodyPr>
          <a:lstStyle>
            <a:lvl1pPr lvl="0" algn="ctr">
              <a:spcBef>
                <a:spcPts val="500"/>
              </a:spcBef>
              <a:spcAft>
                <a:spcPts val="0"/>
              </a:spcAft>
              <a:buClr>
                <a:srgbClr val="888888"/>
              </a:buClr>
              <a:buSzPts val="2400"/>
              <a:buNone/>
              <a:defRPr>
                <a:solidFill>
                  <a:srgbClr val="888888"/>
                </a:solidFill>
              </a:defRPr>
            </a:lvl1pPr>
            <a:lvl2pPr lvl="1" algn="ctr">
              <a:spcBef>
                <a:spcPts val="400"/>
              </a:spcBef>
              <a:spcAft>
                <a:spcPts val="0"/>
              </a:spcAft>
              <a:buClr>
                <a:srgbClr val="888888"/>
              </a:buClr>
              <a:buSzPts val="2100"/>
              <a:buNone/>
              <a:defRPr>
                <a:solidFill>
                  <a:srgbClr val="888888"/>
                </a:solidFill>
              </a:defRPr>
            </a:lvl2pPr>
            <a:lvl3pPr lvl="2" algn="ctr">
              <a:spcBef>
                <a:spcPts val="400"/>
              </a:spcBef>
              <a:spcAft>
                <a:spcPts val="0"/>
              </a:spcAft>
              <a:buClr>
                <a:srgbClr val="888888"/>
              </a:buClr>
              <a:buSzPts val="1800"/>
              <a:buNone/>
              <a:defRPr>
                <a:solidFill>
                  <a:srgbClr val="888888"/>
                </a:solidFill>
              </a:defRPr>
            </a:lvl3pPr>
            <a:lvl4pPr lvl="3" algn="ctr">
              <a:spcBef>
                <a:spcPts val="300"/>
              </a:spcBef>
              <a:spcAft>
                <a:spcPts val="0"/>
              </a:spcAft>
              <a:buClr>
                <a:srgbClr val="888888"/>
              </a:buClr>
              <a:buSzPts val="1500"/>
              <a:buNone/>
              <a:defRPr>
                <a:solidFill>
                  <a:srgbClr val="888888"/>
                </a:solidFill>
              </a:defRPr>
            </a:lvl4pPr>
            <a:lvl5pPr lvl="4" algn="ctr">
              <a:spcBef>
                <a:spcPts val="300"/>
              </a:spcBef>
              <a:spcAft>
                <a:spcPts val="0"/>
              </a:spcAft>
              <a:buClr>
                <a:srgbClr val="888888"/>
              </a:buClr>
              <a:buSzPts val="1500"/>
              <a:buNone/>
              <a:defRPr>
                <a:solidFill>
                  <a:srgbClr val="888888"/>
                </a:solidFill>
              </a:defRPr>
            </a:lvl5pPr>
            <a:lvl6pPr lvl="5" algn="ctr">
              <a:spcBef>
                <a:spcPts val="300"/>
              </a:spcBef>
              <a:spcAft>
                <a:spcPts val="0"/>
              </a:spcAft>
              <a:buClr>
                <a:srgbClr val="888888"/>
              </a:buClr>
              <a:buSzPts val="1500"/>
              <a:buNone/>
              <a:defRPr>
                <a:solidFill>
                  <a:srgbClr val="888888"/>
                </a:solidFill>
              </a:defRPr>
            </a:lvl6pPr>
            <a:lvl7pPr lvl="6" algn="ctr">
              <a:spcBef>
                <a:spcPts val="300"/>
              </a:spcBef>
              <a:spcAft>
                <a:spcPts val="0"/>
              </a:spcAft>
              <a:buClr>
                <a:srgbClr val="888888"/>
              </a:buClr>
              <a:buSzPts val="1500"/>
              <a:buNone/>
              <a:defRPr>
                <a:solidFill>
                  <a:srgbClr val="888888"/>
                </a:solidFill>
              </a:defRPr>
            </a:lvl7pPr>
            <a:lvl8pPr lvl="7" algn="ctr">
              <a:spcBef>
                <a:spcPts val="300"/>
              </a:spcBef>
              <a:spcAft>
                <a:spcPts val="0"/>
              </a:spcAft>
              <a:buClr>
                <a:srgbClr val="888888"/>
              </a:buClr>
              <a:buSzPts val="1500"/>
              <a:buNone/>
              <a:defRPr>
                <a:solidFill>
                  <a:srgbClr val="888888"/>
                </a:solidFill>
              </a:defRPr>
            </a:lvl8pPr>
            <a:lvl9pPr lvl="8" algn="ctr">
              <a:spcBef>
                <a:spcPts val="300"/>
              </a:spcBef>
              <a:spcAft>
                <a:spcPts val="0"/>
              </a:spcAft>
              <a:buClr>
                <a:srgbClr val="888888"/>
              </a:buClr>
              <a:buSzPts val="1500"/>
              <a:buNone/>
              <a:defRPr>
                <a:solidFill>
                  <a:srgbClr val="888888"/>
                </a:solidFill>
              </a:defRPr>
            </a:lvl9pPr>
          </a:lstStyle>
          <a:p/>
        </p:txBody>
      </p:sp>
      <p:sp>
        <p:nvSpPr>
          <p:cNvPr id="63" name="Google Shape;63;p15"/>
          <p:cNvSpPr txBox="1"/>
          <p:nvPr>
            <p:ph idx="10" type="dt"/>
          </p:nvPr>
        </p:nvSpPr>
        <p:spPr>
          <a:xfrm>
            <a:off x="342901" y="4767263"/>
            <a:ext cx="16002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4" name="Google Shape;64;p15"/>
          <p:cNvSpPr txBox="1"/>
          <p:nvPr>
            <p:ph idx="11" type="ftr"/>
          </p:nvPr>
        </p:nvSpPr>
        <p:spPr>
          <a:xfrm>
            <a:off x="2343160" y="4767263"/>
            <a:ext cx="21717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5" name="Google Shape;65;p15"/>
          <p:cNvSpPr txBox="1"/>
          <p:nvPr>
            <p:ph idx="12" type="sldNum"/>
          </p:nvPr>
        </p:nvSpPr>
        <p:spPr>
          <a:xfrm>
            <a:off x="4914920" y="4767263"/>
            <a:ext cx="16002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6" name="Shape 66"/>
        <p:cNvGrpSpPr/>
        <p:nvPr/>
      </p:nvGrpSpPr>
      <p:grpSpPr>
        <a:xfrm>
          <a:off x="0" y="0"/>
          <a:ext cx="0" cy="0"/>
          <a:chOff x="0" y="0"/>
          <a:chExt cx="0" cy="0"/>
        </a:xfrm>
      </p:grpSpPr>
      <p:sp>
        <p:nvSpPr>
          <p:cNvPr id="67" name="Google Shape;67;p16"/>
          <p:cNvSpPr txBox="1"/>
          <p:nvPr>
            <p:ph type="title"/>
          </p:nvPr>
        </p:nvSpPr>
        <p:spPr>
          <a:xfrm>
            <a:off x="342901" y="205978"/>
            <a:ext cx="6172200" cy="857400"/>
          </a:xfrm>
          <a:prstGeom prst="rect">
            <a:avLst/>
          </a:prstGeom>
          <a:noFill/>
          <a:ln>
            <a:noFill/>
          </a:ln>
        </p:spPr>
        <p:txBody>
          <a:bodyPr anchorCtr="0" anchor="ctr" bIns="34275" lIns="68575" spcFirstLastPara="1" rIns="68575" wrap="square" tIns="34275">
            <a:normAutofit/>
          </a:bodyPr>
          <a:lstStyle>
            <a:lvl1pPr lvl="0" algn="ctr">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68" name="Google Shape;68;p16"/>
          <p:cNvSpPr txBox="1"/>
          <p:nvPr>
            <p:ph idx="1" type="body"/>
          </p:nvPr>
        </p:nvSpPr>
        <p:spPr>
          <a:xfrm>
            <a:off x="342901" y="1200150"/>
            <a:ext cx="6172200" cy="3394500"/>
          </a:xfrm>
          <a:prstGeom prst="rect">
            <a:avLst/>
          </a:prstGeom>
          <a:noFill/>
          <a:ln>
            <a:noFill/>
          </a:ln>
        </p:spPr>
        <p:txBody>
          <a:bodyPr anchorCtr="0" anchor="t" bIns="34275" lIns="68575" spcFirstLastPara="1" rIns="68575" wrap="square" tIns="34275">
            <a:normAutofit/>
          </a:bodyPr>
          <a:lstStyle>
            <a:lvl1pPr indent="-317500" lvl="0" marL="457200" algn="l">
              <a:spcBef>
                <a:spcPts val="300"/>
              </a:spcBef>
              <a:spcAft>
                <a:spcPts val="0"/>
              </a:spcAft>
              <a:buClr>
                <a:schemeClr val="dk1"/>
              </a:buClr>
              <a:buSzPts val="1400"/>
              <a:buChar char="•"/>
              <a:defRPr/>
            </a:lvl1pPr>
            <a:lvl2pPr indent="-317500" lvl="1" marL="914400" algn="l">
              <a:spcBef>
                <a:spcPts val="300"/>
              </a:spcBef>
              <a:spcAft>
                <a:spcPts val="0"/>
              </a:spcAft>
              <a:buClr>
                <a:schemeClr val="dk1"/>
              </a:buClr>
              <a:buSzPts val="1400"/>
              <a:buChar char="–"/>
              <a:defRPr/>
            </a:lvl2pPr>
            <a:lvl3pPr indent="-317500" lvl="2" marL="1371600" algn="l">
              <a:spcBef>
                <a:spcPts val="300"/>
              </a:spcBef>
              <a:spcAft>
                <a:spcPts val="0"/>
              </a:spcAft>
              <a:buClr>
                <a:schemeClr val="dk1"/>
              </a:buClr>
              <a:buSzPts val="1400"/>
              <a:buChar char="•"/>
              <a:defRPr/>
            </a:lvl3pPr>
            <a:lvl4pPr indent="-317500" lvl="3" marL="1828800" algn="l">
              <a:spcBef>
                <a:spcPts val="300"/>
              </a:spcBef>
              <a:spcAft>
                <a:spcPts val="0"/>
              </a:spcAft>
              <a:buClr>
                <a:schemeClr val="dk1"/>
              </a:buClr>
              <a:buSzPts val="1400"/>
              <a:buChar char="–"/>
              <a:defRPr/>
            </a:lvl4pPr>
            <a:lvl5pPr indent="-317500" lvl="4" marL="2286000" algn="l">
              <a:spcBef>
                <a:spcPts val="300"/>
              </a:spcBef>
              <a:spcAft>
                <a:spcPts val="0"/>
              </a:spcAft>
              <a:buClr>
                <a:schemeClr val="dk1"/>
              </a:buClr>
              <a:buSzPts val="1400"/>
              <a:buChar char="»"/>
              <a:defRPr/>
            </a:lvl5pPr>
            <a:lvl6pPr indent="-317500" lvl="5" marL="2743200" algn="l">
              <a:spcBef>
                <a:spcPts val="300"/>
              </a:spcBef>
              <a:spcAft>
                <a:spcPts val="0"/>
              </a:spcAft>
              <a:buClr>
                <a:schemeClr val="dk1"/>
              </a:buClr>
              <a:buSzPts val="1400"/>
              <a:buChar char="•"/>
              <a:defRPr/>
            </a:lvl6pPr>
            <a:lvl7pPr indent="-317500" lvl="6" marL="3200400" algn="l">
              <a:spcBef>
                <a:spcPts val="300"/>
              </a:spcBef>
              <a:spcAft>
                <a:spcPts val="0"/>
              </a:spcAft>
              <a:buClr>
                <a:schemeClr val="dk1"/>
              </a:buClr>
              <a:buSzPts val="1400"/>
              <a:buChar char="•"/>
              <a:defRPr/>
            </a:lvl7pPr>
            <a:lvl8pPr indent="-317500" lvl="7" marL="3657600" algn="l">
              <a:spcBef>
                <a:spcPts val="300"/>
              </a:spcBef>
              <a:spcAft>
                <a:spcPts val="0"/>
              </a:spcAft>
              <a:buClr>
                <a:schemeClr val="dk1"/>
              </a:buClr>
              <a:buSzPts val="1400"/>
              <a:buChar char="•"/>
              <a:defRPr/>
            </a:lvl8pPr>
            <a:lvl9pPr indent="-317500" lvl="8" marL="4114800" algn="l">
              <a:spcBef>
                <a:spcPts val="300"/>
              </a:spcBef>
              <a:spcAft>
                <a:spcPts val="0"/>
              </a:spcAft>
              <a:buClr>
                <a:schemeClr val="dk1"/>
              </a:buClr>
              <a:buSzPts val="1400"/>
              <a:buChar char="•"/>
              <a:defRPr/>
            </a:lvl9pPr>
          </a:lstStyle>
          <a:p/>
        </p:txBody>
      </p:sp>
      <p:sp>
        <p:nvSpPr>
          <p:cNvPr id="69" name="Google Shape;69;p16"/>
          <p:cNvSpPr txBox="1"/>
          <p:nvPr>
            <p:ph idx="10" type="dt"/>
          </p:nvPr>
        </p:nvSpPr>
        <p:spPr>
          <a:xfrm>
            <a:off x="342901" y="4767263"/>
            <a:ext cx="16002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0" name="Google Shape;70;p16"/>
          <p:cNvSpPr txBox="1"/>
          <p:nvPr>
            <p:ph idx="11" type="ftr"/>
          </p:nvPr>
        </p:nvSpPr>
        <p:spPr>
          <a:xfrm>
            <a:off x="2343160" y="4767263"/>
            <a:ext cx="21717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1" name="Google Shape;71;p16"/>
          <p:cNvSpPr txBox="1"/>
          <p:nvPr>
            <p:ph idx="12" type="sldNum"/>
          </p:nvPr>
        </p:nvSpPr>
        <p:spPr>
          <a:xfrm>
            <a:off x="4914920" y="4767263"/>
            <a:ext cx="16002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72" name="Shape 72"/>
        <p:cNvGrpSpPr/>
        <p:nvPr/>
      </p:nvGrpSpPr>
      <p:grpSpPr>
        <a:xfrm>
          <a:off x="0" y="0"/>
          <a:ext cx="0" cy="0"/>
          <a:chOff x="0" y="0"/>
          <a:chExt cx="0" cy="0"/>
        </a:xfrm>
      </p:grpSpPr>
      <p:sp>
        <p:nvSpPr>
          <p:cNvPr id="73" name="Google Shape;73;p17"/>
          <p:cNvSpPr txBox="1"/>
          <p:nvPr>
            <p:ph type="title"/>
          </p:nvPr>
        </p:nvSpPr>
        <p:spPr>
          <a:xfrm>
            <a:off x="541737" y="3305175"/>
            <a:ext cx="5829300" cy="1021500"/>
          </a:xfrm>
          <a:prstGeom prst="rect">
            <a:avLst/>
          </a:prstGeom>
          <a:noFill/>
          <a:ln>
            <a:noFill/>
          </a:ln>
        </p:spPr>
        <p:txBody>
          <a:bodyPr anchorCtr="0" anchor="t" bIns="34275" lIns="68575" spcFirstLastPara="1" rIns="68575" wrap="square" tIns="34275">
            <a:normAutofit/>
          </a:bodyPr>
          <a:lstStyle>
            <a:lvl1pPr lvl="0" algn="l">
              <a:spcBef>
                <a:spcPts val="0"/>
              </a:spcBef>
              <a:spcAft>
                <a:spcPts val="0"/>
              </a:spcAft>
              <a:buClr>
                <a:schemeClr val="dk1"/>
              </a:buClr>
              <a:buSzPts val="3000"/>
              <a:buFont typeface="Calibri"/>
              <a:buNone/>
              <a:defRPr b="1" sz="3000" cap="none"/>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74" name="Google Shape;74;p17"/>
          <p:cNvSpPr txBox="1"/>
          <p:nvPr>
            <p:ph idx="1" type="body"/>
          </p:nvPr>
        </p:nvSpPr>
        <p:spPr>
          <a:xfrm>
            <a:off x="541737" y="2180035"/>
            <a:ext cx="5829300" cy="1125300"/>
          </a:xfrm>
          <a:prstGeom prst="rect">
            <a:avLst/>
          </a:prstGeom>
          <a:noFill/>
          <a:ln>
            <a:noFill/>
          </a:ln>
        </p:spPr>
        <p:txBody>
          <a:bodyPr anchorCtr="0" anchor="b" bIns="34275" lIns="68575" spcFirstLastPara="1" rIns="68575" wrap="square" tIns="34275">
            <a:normAutofit/>
          </a:bodyPr>
          <a:lstStyle>
            <a:lvl1pPr indent="-228600" lvl="0" marL="457200" algn="l">
              <a:spcBef>
                <a:spcPts val="300"/>
              </a:spcBef>
              <a:spcAft>
                <a:spcPts val="0"/>
              </a:spcAft>
              <a:buClr>
                <a:srgbClr val="888888"/>
              </a:buClr>
              <a:buSzPts val="1500"/>
              <a:buNone/>
              <a:defRPr sz="1500">
                <a:solidFill>
                  <a:srgbClr val="888888"/>
                </a:solidFill>
              </a:defRPr>
            </a:lvl1pPr>
            <a:lvl2pPr indent="-228600" lvl="1" marL="914400" algn="l">
              <a:spcBef>
                <a:spcPts val="300"/>
              </a:spcBef>
              <a:spcAft>
                <a:spcPts val="0"/>
              </a:spcAft>
              <a:buClr>
                <a:srgbClr val="888888"/>
              </a:buClr>
              <a:buSzPts val="1400"/>
              <a:buNone/>
              <a:defRPr sz="1400">
                <a:solidFill>
                  <a:srgbClr val="888888"/>
                </a:solidFill>
              </a:defRPr>
            </a:lvl2pPr>
            <a:lvl3pPr indent="-228600" lvl="2" marL="1371600" algn="l">
              <a:spcBef>
                <a:spcPts val="200"/>
              </a:spcBef>
              <a:spcAft>
                <a:spcPts val="0"/>
              </a:spcAft>
              <a:buClr>
                <a:srgbClr val="888888"/>
              </a:buClr>
              <a:buSzPts val="1200"/>
              <a:buNone/>
              <a:defRPr sz="1200">
                <a:solidFill>
                  <a:srgbClr val="888888"/>
                </a:solidFill>
              </a:defRPr>
            </a:lvl3pPr>
            <a:lvl4pPr indent="-228600" lvl="3" marL="1828800" algn="l">
              <a:spcBef>
                <a:spcPts val="200"/>
              </a:spcBef>
              <a:spcAft>
                <a:spcPts val="0"/>
              </a:spcAft>
              <a:buClr>
                <a:srgbClr val="888888"/>
              </a:buClr>
              <a:buSzPts val="1100"/>
              <a:buNone/>
              <a:defRPr sz="1100">
                <a:solidFill>
                  <a:srgbClr val="888888"/>
                </a:solidFill>
              </a:defRPr>
            </a:lvl4pPr>
            <a:lvl5pPr indent="-228600" lvl="4" marL="2286000" algn="l">
              <a:spcBef>
                <a:spcPts val="200"/>
              </a:spcBef>
              <a:spcAft>
                <a:spcPts val="0"/>
              </a:spcAft>
              <a:buClr>
                <a:srgbClr val="888888"/>
              </a:buClr>
              <a:buSzPts val="1100"/>
              <a:buNone/>
              <a:defRPr sz="1100">
                <a:solidFill>
                  <a:srgbClr val="888888"/>
                </a:solidFill>
              </a:defRPr>
            </a:lvl5pPr>
            <a:lvl6pPr indent="-228600" lvl="5" marL="2743200" algn="l">
              <a:spcBef>
                <a:spcPts val="200"/>
              </a:spcBef>
              <a:spcAft>
                <a:spcPts val="0"/>
              </a:spcAft>
              <a:buClr>
                <a:srgbClr val="888888"/>
              </a:buClr>
              <a:buSzPts val="1100"/>
              <a:buNone/>
              <a:defRPr sz="1100">
                <a:solidFill>
                  <a:srgbClr val="888888"/>
                </a:solidFill>
              </a:defRPr>
            </a:lvl6pPr>
            <a:lvl7pPr indent="-228600" lvl="6" marL="3200400" algn="l">
              <a:spcBef>
                <a:spcPts val="200"/>
              </a:spcBef>
              <a:spcAft>
                <a:spcPts val="0"/>
              </a:spcAft>
              <a:buClr>
                <a:srgbClr val="888888"/>
              </a:buClr>
              <a:buSzPts val="1100"/>
              <a:buNone/>
              <a:defRPr sz="1100">
                <a:solidFill>
                  <a:srgbClr val="888888"/>
                </a:solidFill>
              </a:defRPr>
            </a:lvl7pPr>
            <a:lvl8pPr indent="-228600" lvl="7" marL="3657600" algn="l">
              <a:spcBef>
                <a:spcPts val="200"/>
              </a:spcBef>
              <a:spcAft>
                <a:spcPts val="0"/>
              </a:spcAft>
              <a:buClr>
                <a:srgbClr val="888888"/>
              </a:buClr>
              <a:buSzPts val="1100"/>
              <a:buNone/>
              <a:defRPr sz="1100">
                <a:solidFill>
                  <a:srgbClr val="888888"/>
                </a:solidFill>
              </a:defRPr>
            </a:lvl8pPr>
            <a:lvl9pPr indent="-228600" lvl="8" marL="4114800" algn="l">
              <a:spcBef>
                <a:spcPts val="200"/>
              </a:spcBef>
              <a:spcAft>
                <a:spcPts val="0"/>
              </a:spcAft>
              <a:buClr>
                <a:srgbClr val="888888"/>
              </a:buClr>
              <a:buSzPts val="1100"/>
              <a:buNone/>
              <a:defRPr sz="1100">
                <a:solidFill>
                  <a:srgbClr val="888888"/>
                </a:solidFill>
              </a:defRPr>
            </a:lvl9pPr>
          </a:lstStyle>
          <a:p/>
        </p:txBody>
      </p:sp>
      <p:sp>
        <p:nvSpPr>
          <p:cNvPr id="75" name="Google Shape;75;p17"/>
          <p:cNvSpPr txBox="1"/>
          <p:nvPr>
            <p:ph idx="10" type="dt"/>
          </p:nvPr>
        </p:nvSpPr>
        <p:spPr>
          <a:xfrm>
            <a:off x="342901" y="4767263"/>
            <a:ext cx="16002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6" name="Google Shape;76;p17"/>
          <p:cNvSpPr txBox="1"/>
          <p:nvPr>
            <p:ph idx="11" type="ftr"/>
          </p:nvPr>
        </p:nvSpPr>
        <p:spPr>
          <a:xfrm>
            <a:off x="2343160" y="4767263"/>
            <a:ext cx="21717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7" name="Google Shape;77;p17"/>
          <p:cNvSpPr txBox="1"/>
          <p:nvPr>
            <p:ph idx="12" type="sldNum"/>
          </p:nvPr>
        </p:nvSpPr>
        <p:spPr>
          <a:xfrm>
            <a:off x="4914920" y="4767263"/>
            <a:ext cx="16002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78" name="Shape 78"/>
        <p:cNvGrpSpPr/>
        <p:nvPr/>
      </p:nvGrpSpPr>
      <p:grpSpPr>
        <a:xfrm>
          <a:off x="0" y="0"/>
          <a:ext cx="0" cy="0"/>
          <a:chOff x="0" y="0"/>
          <a:chExt cx="0" cy="0"/>
        </a:xfrm>
      </p:grpSpPr>
      <p:sp>
        <p:nvSpPr>
          <p:cNvPr id="79" name="Google Shape;79;p18"/>
          <p:cNvSpPr txBox="1"/>
          <p:nvPr>
            <p:ph type="title"/>
          </p:nvPr>
        </p:nvSpPr>
        <p:spPr>
          <a:xfrm>
            <a:off x="342901" y="205978"/>
            <a:ext cx="6172200" cy="857400"/>
          </a:xfrm>
          <a:prstGeom prst="rect">
            <a:avLst/>
          </a:prstGeom>
          <a:noFill/>
          <a:ln>
            <a:noFill/>
          </a:ln>
        </p:spPr>
        <p:txBody>
          <a:bodyPr anchorCtr="0" anchor="ctr" bIns="34275" lIns="68575" spcFirstLastPara="1" rIns="68575" wrap="square" tIns="34275">
            <a:normAutofit/>
          </a:bodyPr>
          <a:lstStyle>
            <a:lvl1pPr lvl="0" algn="ctr">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80" name="Google Shape;80;p18"/>
          <p:cNvSpPr txBox="1"/>
          <p:nvPr>
            <p:ph idx="1" type="body"/>
          </p:nvPr>
        </p:nvSpPr>
        <p:spPr>
          <a:xfrm>
            <a:off x="342901" y="1200150"/>
            <a:ext cx="3029100" cy="3394500"/>
          </a:xfrm>
          <a:prstGeom prst="rect">
            <a:avLst/>
          </a:prstGeom>
          <a:noFill/>
          <a:ln>
            <a:noFill/>
          </a:ln>
        </p:spPr>
        <p:txBody>
          <a:bodyPr anchorCtr="0" anchor="t" bIns="34275" lIns="68575" spcFirstLastPara="1" rIns="68575" wrap="square" tIns="34275">
            <a:normAutofit/>
          </a:bodyPr>
          <a:lstStyle>
            <a:lvl1pPr indent="-361950" lvl="0" marL="457200" algn="l">
              <a:spcBef>
                <a:spcPts val="400"/>
              </a:spcBef>
              <a:spcAft>
                <a:spcPts val="0"/>
              </a:spcAft>
              <a:buClr>
                <a:schemeClr val="dk1"/>
              </a:buClr>
              <a:buSzPts val="2100"/>
              <a:buChar char="•"/>
              <a:defRPr sz="2100"/>
            </a:lvl1pPr>
            <a:lvl2pPr indent="-342900" lvl="1" marL="914400" algn="l">
              <a:spcBef>
                <a:spcPts val="400"/>
              </a:spcBef>
              <a:spcAft>
                <a:spcPts val="0"/>
              </a:spcAft>
              <a:buClr>
                <a:schemeClr val="dk1"/>
              </a:buClr>
              <a:buSzPts val="1800"/>
              <a:buChar char="–"/>
              <a:defRPr sz="1800"/>
            </a:lvl2pPr>
            <a:lvl3pPr indent="-323850" lvl="2" marL="1371600" algn="l">
              <a:spcBef>
                <a:spcPts val="300"/>
              </a:spcBef>
              <a:spcAft>
                <a:spcPts val="0"/>
              </a:spcAft>
              <a:buClr>
                <a:schemeClr val="dk1"/>
              </a:buClr>
              <a:buSzPts val="1500"/>
              <a:buChar char="•"/>
              <a:defRPr sz="1500"/>
            </a:lvl3pPr>
            <a:lvl4pPr indent="-317500" lvl="3" marL="1828800" algn="l">
              <a:spcBef>
                <a:spcPts val="300"/>
              </a:spcBef>
              <a:spcAft>
                <a:spcPts val="0"/>
              </a:spcAft>
              <a:buClr>
                <a:schemeClr val="dk1"/>
              </a:buClr>
              <a:buSzPts val="1400"/>
              <a:buChar char="–"/>
              <a:defRPr sz="1400"/>
            </a:lvl4pPr>
            <a:lvl5pPr indent="-317500" lvl="4" marL="2286000" algn="l">
              <a:spcBef>
                <a:spcPts val="300"/>
              </a:spcBef>
              <a:spcAft>
                <a:spcPts val="0"/>
              </a:spcAft>
              <a:buClr>
                <a:schemeClr val="dk1"/>
              </a:buClr>
              <a:buSzPts val="1400"/>
              <a:buChar char="»"/>
              <a:defRPr sz="1400"/>
            </a:lvl5pPr>
            <a:lvl6pPr indent="-317500" lvl="5" marL="2743200" algn="l">
              <a:spcBef>
                <a:spcPts val="300"/>
              </a:spcBef>
              <a:spcAft>
                <a:spcPts val="0"/>
              </a:spcAft>
              <a:buClr>
                <a:schemeClr val="dk1"/>
              </a:buClr>
              <a:buSzPts val="1400"/>
              <a:buChar char="•"/>
              <a:defRPr sz="1400"/>
            </a:lvl6pPr>
            <a:lvl7pPr indent="-317500" lvl="6" marL="3200400" algn="l">
              <a:spcBef>
                <a:spcPts val="300"/>
              </a:spcBef>
              <a:spcAft>
                <a:spcPts val="0"/>
              </a:spcAft>
              <a:buClr>
                <a:schemeClr val="dk1"/>
              </a:buClr>
              <a:buSzPts val="1400"/>
              <a:buChar char="•"/>
              <a:defRPr sz="1400"/>
            </a:lvl7pPr>
            <a:lvl8pPr indent="-317500" lvl="7" marL="3657600" algn="l">
              <a:spcBef>
                <a:spcPts val="300"/>
              </a:spcBef>
              <a:spcAft>
                <a:spcPts val="0"/>
              </a:spcAft>
              <a:buClr>
                <a:schemeClr val="dk1"/>
              </a:buClr>
              <a:buSzPts val="1400"/>
              <a:buChar char="•"/>
              <a:defRPr sz="1400"/>
            </a:lvl8pPr>
            <a:lvl9pPr indent="-317500" lvl="8" marL="4114800" algn="l">
              <a:spcBef>
                <a:spcPts val="300"/>
              </a:spcBef>
              <a:spcAft>
                <a:spcPts val="0"/>
              </a:spcAft>
              <a:buClr>
                <a:schemeClr val="dk1"/>
              </a:buClr>
              <a:buSzPts val="1400"/>
              <a:buChar char="•"/>
              <a:defRPr sz="1400"/>
            </a:lvl9pPr>
          </a:lstStyle>
          <a:p/>
        </p:txBody>
      </p:sp>
      <p:sp>
        <p:nvSpPr>
          <p:cNvPr id="81" name="Google Shape;81;p18"/>
          <p:cNvSpPr txBox="1"/>
          <p:nvPr>
            <p:ph idx="2" type="body"/>
          </p:nvPr>
        </p:nvSpPr>
        <p:spPr>
          <a:xfrm>
            <a:off x="3486164" y="1200150"/>
            <a:ext cx="3029100" cy="3394500"/>
          </a:xfrm>
          <a:prstGeom prst="rect">
            <a:avLst/>
          </a:prstGeom>
          <a:noFill/>
          <a:ln>
            <a:noFill/>
          </a:ln>
        </p:spPr>
        <p:txBody>
          <a:bodyPr anchorCtr="0" anchor="t" bIns="34275" lIns="68575" spcFirstLastPara="1" rIns="68575" wrap="square" tIns="34275">
            <a:normAutofit/>
          </a:bodyPr>
          <a:lstStyle>
            <a:lvl1pPr indent="-361950" lvl="0" marL="457200" algn="l">
              <a:spcBef>
                <a:spcPts val="400"/>
              </a:spcBef>
              <a:spcAft>
                <a:spcPts val="0"/>
              </a:spcAft>
              <a:buClr>
                <a:schemeClr val="dk1"/>
              </a:buClr>
              <a:buSzPts val="2100"/>
              <a:buChar char="•"/>
              <a:defRPr sz="2100"/>
            </a:lvl1pPr>
            <a:lvl2pPr indent="-342900" lvl="1" marL="914400" algn="l">
              <a:spcBef>
                <a:spcPts val="400"/>
              </a:spcBef>
              <a:spcAft>
                <a:spcPts val="0"/>
              </a:spcAft>
              <a:buClr>
                <a:schemeClr val="dk1"/>
              </a:buClr>
              <a:buSzPts val="1800"/>
              <a:buChar char="–"/>
              <a:defRPr sz="1800"/>
            </a:lvl2pPr>
            <a:lvl3pPr indent="-323850" lvl="2" marL="1371600" algn="l">
              <a:spcBef>
                <a:spcPts val="300"/>
              </a:spcBef>
              <a:spcAft>
                <a:spcPts val="0"/>
              </a:spcAft>
              <a:buClr>
                <a:schemeClr val="dk1"/>
              </a:buClr>
              <a:buSzPts val="1500"/>
              <a:buChar char="•"/>
              <a:defRPr sz="1500"/>
            </a:lvl3pPr>
            <a:lvl4pPr indent="-317500" lvl="3" marL="1828800" algn="l">
              <a:spcBef>
                <a:spcPts val="300"/>
              </a:spcBef>
              <a:spcAft>
                <a:spcPts val="0"/>
              </a:spcAft>
              <a:buClr>
                <a:schemeClr val="dk1"/>
              </a:buClr>
              <a:buSzPts val="1400"/>
              <a:buChar char="–"/>
              <a:defRPr sz="1400"/>
            </a:lvl4pPr>
            <a:lvl5pPr indent="-317500" lvl="4" marL="2286000" algn="l">
              <a:spcBef>
                <a:spcPts val="300"/>
              </a:spcBef>
              <a:spcAft>
                <a:spcPts val="0"/>
              </a:spcAft>
              <a:buClr>
                <a:schemeClr val="dk1"/>
              </a:buClr>
              <a:buSzPts val="1400"/>
              <a:buChar char="»"/>
              <a:defRPr sz="1400"/>
            </a:lvl5pPr>
            <a:lvl6pPr indent="-317500" lvl="5" marL="2743200" algn="l">
              <a:spcBef>
                <a:spcPts val="300"/>
              </a:spcBef>
              <a:spcAft>
                <a:spcPts val="0"/>
              </a:spcAft>
              <a:buClr>
                <a:schemeClr val="dk1"/>
              </a:buClr>
              <a:buSzPts val="1400"/>
              <a:buChar char="•"/>
              <a:defRPr sz="1400"/>
            </a:lvl6pPr>
            <a:lvl7pPr indent="-317500" lvl="6" marL="3200400" algn="l">
              <a:spcBef>
                <a:spcPts val="300"/>
              </a:spcBef>
              <a:spcAft>
                <a:spcPts val="0"/>
              </a:spcAft>
              <a:buClr>
                <a:schemeClr val="dk1"/>
              </a:buClr>
              <a:buSzPts val="1400"/>
              <a:buChar char="•"/>
              <a:defRPr sz="1400"/>
            </a:lvl7pPr>
            <a:lvl8pPr indent="-317500" lvl="7" marL="3657600" algn="l">
              <a:spcBef>
                <a:spcPts val="300"/>
              </a:spcBef>
              <a:spcAft>
                <a:spcPts val="0"/>
              </a:spcAft>
              <a:buClr>
                <a:schemeClr val="dk1"/>
              </a:buClr>
              <a:buSzPts val="1400"/>
              <a:buChar char="•"/>
              <a:defRPr sz="1400"/>
            </a:lvl8pPr>
            <a:lvl9pPr indent="-317500" lvl="8" marL="4114800" algn="l">
              <a:spcBef>
                <a:spcPts val="300"/>
              </a:spcBef>
              <a:spcAft>
                <a:spcPts val="0"/>
              </a:spcAft>
              <a:buClr>
                <a:schemeClr val="dk1"/>
              </a:buClr>
              <a:buSzPts val="1400"/>
              <a:buChar char="•"/>
              <a:defRPr sz="1400"/>
            </a:lvl9pPr>
          </a:lstStyle>
          <a:p/>
        </p:txBody>
      </p:sp>
      <p:sp>
        <p:nvSpPr>
          <p:cNvPr id="82" name="Google Shape;82;p18"/>
          <p:cNvSpPr txBox="1"/>
          <p:nvPr>
            <p:ph idx="10" type="dt"/>
          </p:nvPr>
        </p:nvSpPr>
        <p:spPr>
          <a:xfrm>
            <a:off x="342901" y="4767263"/>
            <a:ext cx="16002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83" name="Google Shape;83;p18"/>
          <p:cNvSpPr txBox="1"/>
          <p:nvPr>
            <p:ph idx="11" type="ftr"/>
          </p:nvPr>
        </p:nvSpPr>
        <p:spPr>
          <a:xfrm>
            <a:off x="2343160" y="4767263"/>
            <a:ext cx="21717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84" name="Google Shape;84;p18"/>
          <p:cNvSpPr txBox="1"/>
          <p:nvPr>
            <p:ph idx="12" type="sldNum"/>
          </p:nvPr>
        </p:nvSpPr>
        <p:spPr>
          <a:xfrm>
            <a:off x="4914920" y="4767263"/>
            <a:ext cx="16002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85" name="Shape 85"/>
        <p:cNvGrpSpPr/>
        <p:nvPr/>
      </p:nvGrpSpPr>
      <p:grpSpPr>
        <a:xfrm>
          <a:off x="0" y="0"/>
          <a:ext cx="0" cy="0"/>
          <a:chOff x="0" y="0"/>
          <a:chExt cx="0" cy="0"/>
        </a:xfrm>
      </p:grpSpPr>
      <p:sp>
        <p:nvSpPr>
          <p:cNvPr id="86" name="Google Shape;86;p19"/>
          <p:cNvSpPr txBox="1"/>
          <p:nvPr>
            <p:ph type="title"/>
          </p:nvPr>
        </p:nvSpPr>
        <p:spPr>
          <a:xfrm>
            <a:off x="342901" y="205978"/>
            <a:ext cx="6172200" cy="857400"/>
          </a:xfrm>
          <a:prstGeom prst="rect">
            <a:avLst/>
          </a:prstGeom>
          <a:noFill/>
          <a:ln>
            <a:noFill/>
          </a:ln>
        </p:spPr>
        <p:txBody>
          <a:bodyPr anchorCtr="0" anchor="ctr" bIns="34275" lIns="68575" spcFirstLastPara="1" rIns="68575" wrap="square" tIns="34275">
            <a:normAutofit/>
          </a:bodyPr>
          <a:lstStyle>
            <a:lvl1pPr lvl="0" algn="ctr">
              <a:spcBef>
                <a:spcPts val="0"/>
              </a:spcBef>
              <a:spcAft>
                <a:spcPts val="0"/>
              </a:spcAft>
              <a:buClr>
                <a:schemeClr val="dk1"/>
              </a:buClr>
              <a:buSzPts val="3300"/>
              <a:buFont typeface="Calibri"/>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87" name="Google Shape;87;p19"/>
          <p:cNvSpPr txBox="1"/>
          <p:nvPr>
            <p:ph idx="1" type="body"/>
          </p:nvPr>
        </p:nvSpPr>
        <p:spPr>
          <a:xfrm>
            <a:off x="342901" y="1151335"/>
            <a:ext cx="3030000" cy="480000"/>
          </a:xfrm>
          <a:prstGeom prst="rect">
            <a:avLst/>
          </a:prstGeom>
          <a:noFill/>
          <a:ln>
            <a:noFill/>
          </a:ln>
        </p:spPr>
        <p:txBody>
          <a:bodyPr anchorCtr="0" anchor="b" bIns="34275" lIns="68575" spcFirstLastPara="1" rIns="68575" wrap="square" tIns="34275">
            <a:normAutofit/>
          </a:bodyPr>
          <a:lstStyle>
            <a:lvl1pPr indent="-228600" lvl="0" marL="457200" algn="l">
              <a:spcBef>
                <a:spcPts val="400"/>
              </a:spcBef>
              <a:spcAft>
                <a:spcPts val="0"/>
              </a:spcAft>
              <a:buClr>
                <a:schemeClr val="dk1"/>
              </a:buClr>
              <a:buSzPts val="1800"/>
              <a:buNone/>
              <a:defRPr b="1" sz="1800"/>
            </a:lvl1pPr>
            <a:lvl2pPr indent="-228600" lvl="1" marL="914400" algn="l">
              <a:spcBef>
                <a:spcPts val="300"/>
              </a:spcBef>
              <a:spcAft>
                <a:spcPts val="0"/>
              </a:spcAft>
              <a:buClr>
                <a:schemeClr val="dk1"/>
              </a:buClr>
              <a:buSzPts val="1500"/>
              <a:buNone/>
              <a:defRPr b="1" sz="1500"/>
            </a:lvl2pPr>
            <a:lvl3pPr indent="-228600" lvl="2" marL="1371600" algn="l">
              <a:spcBef>
                <a:spcPts val="300"/>
              </a:spcBef>
              <a:spcAft>
                <a:spcPts val="0"/>
              </a:spcAft>
              <a:buClr>
                <a:schemeClr val="dk1"/>
              </a:buClr>
              <a:buSzPts val="1400"/>
              <a:buNone/>
              <a:defRPr b="1" sz="1400"/>
            </a:lvl3pPr>
            <a:lvl4pPr indent="-228600" lvl="3" marL="1828800" algn="l">
              <a:spcBef>
                <a:spcPts val="200"/>
              </a:spcBef>
              <a:spcAft>
                <a:spcPts val="0"/>
              </a:spcAft>
              <a:buClr>
                <a:schemeClr val="dk1"/>
              </a:buClr>
              <a:buSzPts val="1200"/>
              <a:buNone/>
              <a:defRPr b="1" sz="1200"/>
            </a:lvl4pPr>
            <a:lvl5pPr indent="-228600" lvl="4" marL="2286000" algn="l">
              <a:spcBef>
                <a:spcPts val="200"/>
              </a:spcBef>
              <a:spcAft>
                <a:spcPts val="0"/>
              </a:spcAft>
              <a:buClr>
                <a:schemeClr val="dk1"/>
              </a:buClr>
              <a:buSzPts val="1200"/>
              <a:buNone/>
              <a:defRPr b="1" sz="1200"/>
            </a:lvl5pPr>
            <a:lvl6pPr indent="-228600" lvl="5" marL="2743200" algn="l">
              <a:spcBef>
                <a:spcPts val="200"/>
              </a:spcBef>
              <a:spcAft>
                <a:spcPts val="0"/>
              </a:spcAft>
              <a:buClr>
                <a:schemeClr val="dk1"/>
              </a:buClr>
              <a:buSzPts val="1200"/>
              <a:buNone/>
              <a:defRPr b="1" sz="1200"/>
            </a:lvl6pPr>
            <a:lvl7pPr indent="-228600" lvl="6" marL="3200400" algn="l">
              <a:spcBef>
                <a:spcPts val="200"/>
              </a:spcBef>
              <a:spcAft>
                <a:spcPts val="0"/>
              </a:spcAft>
              <a:buClr>
                <a:schemeClr val="dk1"/>
              </a:buClr>
              <a:buSzPts val="1200"/>
              <a:buNone/>
              <a:defRPr b="1" sz="1200"/>
            </a:lvl7pPr>
            <a:lvl8pPr indent="-228600" lvl="7" marL="3657600" algn="l">
              <a:spcBef>
                <a:spcPts val="200"/>
              </a:spcBef>
              <a:spcAft>
                <a:spcPts val="0"/>
              </a:spcAft>
              <a:buClr>
                <a:schemeClr val="dk1"/>
              </a:buClr>
              <a:buSzPts val="1200"/>
              <a:buNone/>
              <a:defRPr b="1" sz="1200"/>
            </a:lvl8pPr>
            <a:lvl9pPr indent="-228600" lvl="8" marL="4114800" algn="l">
              <a:spcBef>
                <a:spcPts val="200"/>
              </a:spcBef>
              <a:spcAft>
                <a:spcPts val="0"/>
              </a:spcAft>
              <a:buClr>
                <a:schemeClr val="dk1"/>
              </a:buClr>
              <a:buSzPts val="1200"/>
              <a:buNone/>
              <a:defRPr b="1" sz="1200"/>
            </a:lvl9pPr>
          </a:lstStyle>
          <a:p/>
        </p:txBody>
      </p:sp>
      <p:sp>
        <p:nvSpPr>
          <p:cNvPr id="88" name="Google Shape;88;p19"/>
          <p:cNvSpPr txBox="1"/>
          <p:nvPr>
            <p:ph idx="2" type="body"/>
          </p:nvPr>
        </p:nvSpPr>
        <p:spPr>
          <a:xfrm>
            <a:off x="342901" y="1631156"/>
            <a:ext cx="3030000" cy="2963400"/>
          </a:xfrm>
          <a:prstGeom prst="rect">
            <a:avLst/>
          </a:prstGeom>
          <a:noFill/>
          <a:ln>
            <a:noFill/>
          </a:ln>
        </p:spPr>
        <p:txBody>
          <a:bodyPr anchorCtr="0" anchor="t" bIns="34275" lIns="68575" spcFirstLastPara="1" rIns="68575" wrap="square" tIns="34275">
            <a:normAutofit/>
          </a:bodyPr>
          <a:lstStyle>
            <a:lvl1pPr indent="-342900" lvl="0" marL="457200" algn="l">
              <a:spcBef>
                <a:spcPts val="400"/>
              </a:spcBef>
              <a:spcAft>
                <a:spcPts val="0"/>
              </a:spcAft>
              <a:buClr>
                <a:schemeClr val="dk1"/>
              </a:buClr>
              <a:buSzPts val="1800"/>
              <a:buChar char="•"/>
              <a:defRPr sz="1800"/>
            </a:lvl1pPr>
            <a:lvl2pPr indent="-323850" lvl="1" marL="914400" algn="l">
              <a:spcBef>
                <a:spcPts val="300"/>
              </a:spcBef>
              <a:spcAft>
                <a:spcPts val="0"/>
              </a:spcAft>
              <a:buClr>
                <a:schemeClr val="dk1"/>
              </a:buClr>
              <a:buSzPts val="1500"/>
              <a:buChar char="–"/>
              <a:defRPr sz="1500"/>
            </a:lvl2pPr>
            <a:lvl3pPr indent="-317500" lvl="2" marL="1371600" algn="l">
              <a:spcBef>
                <a:spcPts val="300"/>
              </a:spcBef>
              <a:spcAft>
                <a:spcPts val="0"/>
              </a:spcAft>
              <a:buClr>
                <a:schemeClr val="dk1"/>
              </a:buClr>
              <a:buSzPts val="1400"/>
              <a:buChar char="•"/>
              <a:defRPr sz="1400"/>
            </a:lvl3pPr>
            <a:lvl4pPr indent="-304800" lvl="3" marL="1828800" algn="l">
              <a:spcBef>
                <a:spcPts val="200"/>
              </a:spcBef>
              <a:spcAft>
                <a:spcPts val="0"/>
              </a:spcAft>
              <a:buClr>
                <a:schemeClr val="dk1"/>
              </a:buClr>
              <a:buSzPts val="1200"/>
              <a:buChar char="–"/>
              <a:defRPr sz="1200"/>
            </a:lvl4pPr>
            <a:lvl5pPr indent="-304800" lvl="4" marL="2286000" algn="l">
              <a:spcBef>
                <a:spcPts val="200"/>
              </a:spcBef>
              <a:spcAft>
                <a:spcPts val="0"/>
              </a:spcAft>
              <a:buClr>
                <a:schemeClr val="dk1"/>
              </a:buClr>
              <a:buSzPts val="1200"/>
              <a:buChar char="»"/>
              <a:defRPr sz="1200"/>
            </a:lvl5pPr>
            <a:lvl6pPr indent="-304800" lvl="5" marL="2743200" algn="l">
              <a:spcBef>
                <a:spcPts val="200"/>
              </a:spcBef>
              <a:spcAft>
                <a:spcPts val="0"/>
              </a:spcAft>
              <a:buClr>
                <a:schemeClr val="dk1"/>
              </a:buClr>
              <a:buSzPts val="1200"/>
              <a:buChar char="•"/>
              <a:defRPr sz="1200"/>
            </a:lvl6pPr>
            <a:lvl7pPr indent="-304800" lvl="6" marL="3200400" algn="l">
              <a:spcBef>
                <a:spcPts val="200"/>
              </a:spcBef>
              <a:spcAft>
                <a:spcPts val="0"/>
              </a:spcAft>
              <a:buClr>
                <a:schemeClr val="dk1"/>
              </a:buClr>
              <a:buSzPts val="1200"/>
              <a:buChar char="•"/>
              <a:defRPr sz="1200"/>
            </a:lvl7pPr>
            <a:lvl8pPr indent="-304800" lvl="7" marL="3657600" algn="l">
              <a:spcBef>
                <a:spcPts val="200"/>
              </a:spcBef>
              <a:spcAft>
                <a:spcPts val="0"/>
              </a:spcAft>
              <a:buClr>
                <a:schemeClr val="dk1"/>
              </a:buClr>
              <a:buSzPts val="1200"/>
              <a:buChar char="•"/>
              <a:defRPr sz="1200"/>
            </a:lvl8pPr>
            <a:lvl9pPr indent="-304800" lvl="8" marL="4114800" algn="l">
              <a:spcBef>
                <a:spcPts val="200"/>
              </a:spcBef>
              <a:spcAft>
                <a:spcPts val="0"/>
              </a:spcAft>
              <a:buClr>
                <a:schemeClr val="dk1"/>
              </a:buClr>
              <a:buSzPts val="1200"/>
              <a:buChar char="•"/>
              <a:defRPr sz="1200"/>
            </a:lvl9pPr>
          </a:lstStyle>
          <a:p/>
        </p:txBody>
      </p:sp>
      <p:sp>
        <p:nvSpPr>
          <p:cNvPr id="89" name="Google Shape;89;p19"/>
          <p:cNvSpPr txBox="1"/>
          <p:nvPr>
            <p:ph idx="3" type="body"/>
          </p:nvPr>
        </p:nvSpPr>
        <p:spPr>
          <a:xfrm>
            <a:off x="3483783" y="1151335"/>
            <a:ext cx="3031500" cy="480000"/>
          </a:xfrm>
          <a:prstGeom prst="rect">
            <a:avLst/>
          </a:prstGeom>
          <a:noFill/>
          <a:ln>
            <a:noFill/>
          </a:ln>
        </p:spPr>
        <p:txBody>
          <a:bodyPr anchorCtr="0" anchor="b" bIns="34275" lIns="68575" spcFirstLastPara="1" rIns="68575" wrap="square" tIns="34275">
            <a:normAutofit/>
          </a:bodyPr>
          <a:lstStyle>
            <a:lvl1pPr indent="-228600" lvl="0" marL="457200" algn="l">
              <a:spcBef>
                <a:spcPts val="400"/>
              </a:spcBef>
              <a:spcAft>
                <a:spcPts val="0"/>
              </a:spcAft>
              <a:buClr>
                <a:schemeClr val="dk1"/>
              </a:buClr>
              <a:buSzPts val="1800"/>
              <a:buNone/>
              <a:defRPr b="1" sz="1800"/>
            </a:lvl1pPr>
            <a:lvl2pPr indent="-228600" lvl="1" marL="914400" algn="l">
              <a:spcBef>
                <a:spcPts val="300"/>
              </a:spcBef>
              <a:spcAft>
                <a:spcPts val="0"/>
              </a:spcAft>
              <a:buClr>
                <a:schemeClr val="dk1"/>
              </a:buClr>
              <a:buSzPts val="1500"/>
              <a:buNone/>
              <a:defRPr b="1" sz="1500"/>
            </a:lvl2pPr>
            <a:lvl3pPr indent="-228600" lvl="2" marL="1371600" algn="l">
              <a:spcBef>
                <a:spcPts val="300"/>
              </a:spcBef>
              <a:spcAft>
                <a:spcPts val="0"/>
              </a:spcAft>
              <a:buClr>
                <a:schemeClr val="dk1"/>
              </a:buClr>
              <a:buSzPts val="1400"/>
              <a:buNone/>
              <a:defRPr b="1" sz="1400"/>
            </a:lvl3pPr>
            <a:lvl4pPr indent="-228600" lvl="3" marL="1828800" algn="l">
              <a:spcBef>
                <a:spcPts val="200"/>
              </a:spcBef>
              <a:spcAft>
                <a:spcPts val="0"/>
              </a:spcAft>
              <a:buClr>
                <a:schemeClr val="dk1"/>
              </a:buClr>
              <a:buSzPts val="1200"/>
              <a:buNone/>
              <a:defRPr b="1" sz="1200"/>
            </a:lvl4pPr>
            <a:lvl5pPr indent="-228600" lvl="4" marL="2286000" algn="l">
              <a:spcBef>
                <a:spcPts val="200"/>
              </a:spcBef>
              <a:spcAft>
                <a:spcPts val="0"/>
              </a:spcAft>
              <a:buClr>
                <a:schemeClr val="dk1"/>
              </a:buClr>
              <a:buSzPts val="1200"/>
              <a:buNone/>
              <a:defRPr b="1" sz="1200"/>
            </a:lvl5pPr>
            <a:lvl6pPr indent="-228600" lvl="5" marL="2743200" algn="l">
              <a:spcBef>
                <a:spcPts val="200"/>
              </a:spcBef>
              <a:spcAft>
                <a:spcPts val="0"/>
              </a:spcAft>
              <a:buClr>
                <a:schemeClr val="dk1"/>
              </a:buClr>
              <a:buSzPts val="1200"/>
              <a:buNone/>
              <a:defRPr b="1" sz="1200"/>
            </a:lvl6pPr>
            <a:lvl7pPr indent="-228600" lvl="6" marL="3200400" algn="l">
              <a:spcBef>
                <a:spcPts val="200"/>
              </a:spcBef>
              <a:spcAft>
                <a:spcPts val="0"/>
              </a:spcAft>
              <a:buClr>
                <a:schemeClr val="dk1"/>
              </a:buClr>
              <a:buSzPts val="1200"/>
              <a:buNone/>
              <a:defRPr b="1" sz="1200"/>
            </a:lvl7pPr>
            <a:lvl8pPr indent="-228600" lvl="7" marL="3657600" algn="l">
              <a:spcBef>
                <a:spcPts val="200"/>
              </a:spcBef>
              <a:spcAft>
                <a:spcPts val="0"/>
              </a:spcAft>
              <a:buClr>
                <a:schemeClr val="dk1"/>
              </a:buClr>
              <a:buSzPts val="1200"/>
              <a:buNone/>
              <a:defRPr b="1" sz="1200"/>
            </a:lvl8pPr>
            <a:lvl9pPr indent="-228600" lvl="8" marL="4114800" algn="l">
              <a:spcBef>
                <a:spcPts val="200"/>
              </a:spcBef>
              <a:spcAft>
                <a:spcPts val="0"/>
              </a:spcAft>
              <a:buClr>
                <a:schemeClr val="dk1"/>
              </a:buClr>
              <a:buSzPts val="1200"/>
              <a:buNone/>
              <a:defRPr b="1" sz="1200"/>
            </a:lvl9pPr>
          </a:lstStyle>
          <a:p/>
        </p:txBody>
      </p:sp>
      <p:sp>
        <p:nvSpPr>
          <p:cNvPr id="90" name="Google Shape;90;p19"/>
          <p:cNvSpPr txBox="1"/>
          <p:nvPr>
            <p:ph idx="4" type="body"/>
          </p:nvPr>
        </p:nvSpPr>
        <p:spPr>
          <a:xfrm>
            <a:off x="3483783" y="1631156"/>
            <a:ext cx="3031500" cy="2963400"/>
          </a:xfrm>
          <a:prstGeom prst="rect">
            <a:avLst/>
          </a:prstGeom>
          <a:noFill/>
          <a:ln>
            <a:noFill/>
          </a:ln>
        </p:spPr>
        <p:txBody>
          <a:bodyPr anchorCtr="0" anchor="t" bIns="34275" lIns="68575" spcFirstLastPara="1" rIns="68575" wrap="square" tIns="34275">
            <a:normAutofit/>
          </a:bodyPr>
          <a:lstStyle>
            <a:lvl1pPr indent="-342900" lvl="0" marL="457200" algn="l">
              <a:spcBef>
                <a:spcPts val="400"/>
              </a:spcBef>
              <a:spcAft>
                <a:spcPts val="0"/>
              </a:spcAft>
              <a:buClr>
                <a:schemeClr val="dk1"/>
              </a:buClr>
              <a:buSzPts val="1800"/>
              <a:buChar char="•"/>
              <a:defRPr sz="1800"/>
            </a:lvl1pPr>
            <a:lvl2pPr indent="-323850" lvl="1" marL="914400" algn="l">
              <a:spcBef>
                <a:spcPts val="300"/>
              </a:spcBef>
              <a:spcAft>
                <a:spcPts val="0"/>
              </a:spcAft>
              <a:buClr>
                <a:schemeClr val="dk1"/>
              </a:buClr>
              <a:buSzPts val="1500"/>
              <a:buChar char="–"/>
              <a:defRPr sz="1500"/>
            </a:lvl2pPr>
            <a:lvl3pPr indent="-317500" lvl="2" marL="1371600" algn="l">
              <a:spcBef>
                <a:spcPts val="300"/>
              </a:spcBef>
              <a:spcAft>
                <a:spcPts val="0"/>
              </a:spcAft>
              <a:buClr>
                <a:schemeClr val="dk1"/>
              </a:buClr>
              <a:buSzPts val="1400"/>
              <a:buChar char="•"/>
              <a:defRPr sz="1400"/>
            </a:lvl3pPr>
            <a:lvl4pPr indent="-304800" lvl="3" marL="1828800" algn="l">
              <a:spcBef>
                <a:spcPts val="200"/>
              </a:spcBef>
              <a:spcAft>
                <a:spcPts val="0"/>
              </a:spcAft>
              <a:buClr>
                <a:schemeClr val="dk1"/>
              </a:buClr>
              <a:buSzPts val="1200"/>
              <a:buChar char="–"/>
              <a:defRPr sz="1200"/>
            </a:lvl4pPr>
            <a:lvl5pPr indent="-304800" lvl="4" marL="2286000" algn="l">
              <a:spcBef>
                <a:spcPts val="200"/>
              </a:spcBef>
              <a:spcAft>
                <a:spcPts val="0"/>
              </a:spcAft>
              <a:buClr>
                <a:schemeClr val="dk1"/>
              </a:buClr>
              <a:buSzPts val="1200"/>
              <a:buChar char="»"/>
              <a:defRPr sz="1200"/>
            </a:lvl5pPr>
            <a:lvl6pPr indent="-304800" lvl="5" marL="2743200" algn="l">
              <a:spcBef>
                <a:spcPts val="200"/>
              </a:spcBef>
              <a:spcAft>
                <a:spcPts val="0"/>
              </a:spcAft>
              <a:buClr>
                <a:schemeClr val="dk1"/>
              </a:buClr>
              <a:buSzPts val="1200"/>
              <a:buChar char="•"/>
              <a:defRPr sz="1200"/>
            </a:lvl6pPr>
            <a:lvl7pPr indent="-304800" lvl="6" marL="3200400" algn="l">
              <a:spcBef>
                <a:spcPts val="200"/>
              </a:spcBef>
              <a:spcAft>
                <a:spcPts val="0"/>
              </a:spcAft>
              <a:buClr>
                <a:schemeClr val="dk1"/>
              </a:buClr>
              <a:buSzPts val="1200"/>
              <a:buChar char="•"/>
              <a:defRPr sz="1200"/>
            </a:lvl7pPr>
            <a:lvl8pPr indent="-304800" lvl="7" marL="3657600" algn="l">
              <a:spcBef>
                <a:spcPts val="200"/>
              </a:spcBef>
              <a:spcAft>
                <a:spcPts val="0"/>
              </a:spcAft>
              <a:buClr>
                <a:schemeClr val="dk1"/>
              </a:buClr>
              <a:buSzPts val="1200"/>
              <a:buChar char="•"/>
              <a:defRPr sz="1200"/>
            </a:lvl8pPr>
            <a:lvl9pPr indent="-304800" lvl="8" marL="4114800" algn="l">
              <a:spcBef>
                <a:spcPts val="200"/>
              </a:spcBef>
              <a:spcAft>
                <a:spcPts val="0"/>
              </a:spcAft>
              <a:buClr>
                <a:schemeClr val="dk1"/>
              </a:buClr>
              <a:buSzPts val="1200"/>
              <a:buChar char="•"/>
              <a:defRPr sz="1200"/>
            </a:lvl9pPr>
          </a:lstStyle>
          <a:p/>
        </p:txBody>
      </p:sp>
      <p:sp>
        <p:nvSpPr>
          <p:cNvPr id="91" name="Google Shape;91;p19"/>
          <p:cNvSpPr txBox="1"/>
          <p:nvPr>
            <p:ph idx="10" type="dt"/>
          </p:nvPr>
        </p:nvSpPr>
        <p:spPr>
          <a:xfrm>
            <a:off x="342901" y="4767263"/>
            <a:ext cx="16002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92" name="Google Shape;92;p19"/>
          <p:cNvSpPr txBox="1"/>
          <p:nvPr>
            <p:ph idx="11" type="ftr"/>
          </p:nvPr>
        </p:nvSpPr>
        <p:spPr>
          <a:xfrm>
            <a:off x="2343160" y="4767263"/>
            <a:ext cx="21717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93" name="Google Shape;93;p19"/>
          <p:cNvSpPr txBox="1"/>
          <p:nvPr>
            <p:ph idx="12" type="sldNum"/>
          </p:nvPr>
        </p:nvSpPr>
        <p:spPr>
          <a:xfrm>
            <a:off x="4914920" y="4767263"/>
            <a:ext cx="16002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94" name="Shape 94"/>
        <p:cNvGrpSpPr/>
        <p:nvPr/>
      </p:nvGrpSpPr>
      <p:grpSpPr>
        <a:xfrm>
          <a:off x="0" y="0"/>
          <a:ext cx="0" cy="0"/>
          <a:chOff x="0" y="0"/>
          <a:chExt cx="0" cy="0"/>
        </a:xfrm>
      </p:grpSpPr>
      <p:sp>
        <p:nvSpPr>
          <p:cNvPr id="95" name="Google Shape;95;p20"/>
          <p:cNvSpPr txBox="1"/>
          <p:nvPr>
            <p:ph type="title"/>
          </p:nvPr>
        </p:nvSpPr>
        <p:spPr>
          <a:xfrm>
            <a:off x="342901" y="205978"/>
            <a:ext cx="6172200" cy="857400"/>
          </a:xfrm>
          <a:prstGeom prst="rect">
            <a:avLst/>
          </a:prstGeom>
          <a:noFill/>
          <a:ln>
            <a:noFill/>
          </a:ln>
        </p:spPr>
        <p:txBody>
          <a:bodyPr anchorCtr="0" anchor="ctr" bIns="34275" lIns="68575" spcFirstLastPara="1" rIns="68575" wrap="square" tIns="34275">
            <a:normAutofit/>
          </a:bodyPr>
          <a:lstStyle>
            <a:lvl1pPr lvl="0" algn="ctr">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96" name="Google Shape;96;p20"/>
          <p:cNvSpPr txBox="1"/>
          <p:nvPr>
            <p:ph idx="10" type="dt"/>
          </p:nvPr>
        </p:nvSpPr>
        <p:spPr>
          <a:xfrm>
            <a:off x="342901" y="4767263"/>
            <a:ext cx="16002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97" name="Google Shape;97;p20"/>
          <p:cNvSpPr txBox="1"/>
          <p:nvPr>
            <p:ph idx="11" type="ftr"/>
          </p:nvPr>
        </p:nvSpPr>
        <p:spPr>
          <a:xfrm>
            <a:off x="2343160" y="4767263"/>
            <a:ext cx="21717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98" name="Google Shape;98;p20"/>
          <p:cNvSpPr txBox="1"/>
          <p:nvPr>
            <p:ph idx="12" type="sldNum"/>
          </p:nvPr>
        </p:nvSpPr>
        <p:spPr>
          <a:xfrm>
            <a:off x="4914920" y="4767263"/>
            <a:ext cx="16002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99" name="Shape 99"/>
        <p:cNvGrpSpPr/>
        <p:nvPr/>
      </p:nvGrpSpPr>
      <p:grpSpPr>
        <a:xfrm>
          <a:off x="0" y="0"/>
          <a:ext cx="0" cy="0"/>
          <a:chOff x="0" y="0"/>
          <a:chExt cx="0" cy="0"/>
        </a:xfrm>
      </p:grpSpPr>
      <p:sp>
        <p:nvSpPr>
          <p:cNvPr id="100" name="Google Shape;100;p21"/>
          <p:cNvSpPr txBox="1"/>
          <p:nvPr>
            <p:ph type="title"/>
          </p:nvPr>
        </p:nvSpPr>
        <p:spPr>
          <a:xfrm>
            <a:off x="342901" y="204788"/>
            <a:ext cx="2256300" cy="871800"/>
          </a:xfrm>
          <a:prstGeom prst="rect">
            <a:avLst/>
          </a:prstGeom>
          <a:noFill/>
          <a:ln>
            <a:noFill/>
          </a:ln>
        </p:spPr>
        <p:txBody>
          <a:bodyPr anchorCtr="0" anchor="b" bIns="34275" lIns="68575" spcFirstLastPara="1" rIns="68575" wrap="square" tIns="34275">
            <a:normAutofit/>
          </a:bodyPr>
          <a:lstStyle>
            <a:lvl1pPr lvl="0" algn="l">
              <a:spcBef>
                <a:spcPts val="0"/>
              </a:spcBef>
              <a:spcAft>
                <a:spcPts val="0"/>
              </a:spcAft>
              <a:buClr>
                <a:schemeClr val="dk1"/>
              </a:buClr>
              <a:buSzPts val="1500"/>
              <a:buFont typeface="Calibri"/>
              <a:buNone/>
              <a:defRPr b="1" sz="1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01" name="Google Shape;101;p21"/>
          <p:cNvSpPr txBox="1"/>
          <p:nvPr>
            <p:ph idx="1" type="body"/>
          </p:nvPr>
        </p:nvSpPr>
        <p:spPr>
          <a:xfrm>
            <a:off x="2681298" y="204788"/>
            <a:ext cx="3833700" cy="4389900"/>
          </a:xfrm>
          <a:prstGeom prst="rect">
            <a:avLst/>
          </a:prstGeom>
          <a:noFill/>
          <a:ln>
            <a:noFill/>
          </a:ln>
        </p:spPr>
        <p:txBody>
          <a:bodyPr anchorCtr="0" anchor="t" bIns="34275" lIns="68575" spcFirstLastPara="1" rIns="68575" wrap="square" tIns="34275">
            <a:normAutofit/>
          </a:bodyPr>
          <a:lstStyle>
            <a:lvl1pPr indent="-381000" lvl="0" marL="457200" algn="l">
              <a:spcBef>
                <a:spcPts val="500"/>
              </a:spcBef>
              <a:spcAft>
                <a:spcPts val="0"/>
              </a:spcAft>
              <a:buClr>
                <a:schemeClr val="dk1"/>
              </a:buClr>
              <a:buSzPts val="2400"/>
              <a:buChar char="•"/>
              <a:defRPr sz="2400"/>
            </a:lvl1pPr>
            <a:lvl2pPr indent="-361950" lvl="1" marL="914400" algn="l">
              <a:spcBef>
                <a:spcPts val="400"/>
              </a:spcBef>
              <a:spcAft>
                <a:spcPts val="0"/>
              </a:spcAft>
              <a:buClr>
                <a:schemeClr val="dk1"/>
              </a:buClr>
              <a:buSzPts val="2100"/>
              <a:buChar char="–"/>
              <a:defRPr sz="2100"/>
            </a:lvl2pPr>
            <a:lvl3pPr indent="-342900" lvl="2" marL="1371600" algn="l">
              <a:spcBef>
                <a:spcPts val="400"/>
              </a:spcBef>
              <a:spcAft>
                <a:spcPts val="0"/>
              </a:spcAft>
              <a:buClr>
                <a:schemeClr val="dk1"/>
              </a:buClr>
              <a:buSzPts val="1800"/>
              <a:buChar char="•"/>
              <a:defRPr sz="1800"/>
            </a:lvl3pPr>
            <a:lvl4pPr indent="-323850" lvl="3" marL="1828800" algn="l">
              <a:spcBef>
                <a:spcPts val="300"/>
              </a:spcBef>
              <a:spcAft>
                <a:spcPts val="0"/>
              </a:spcAft>
              <a:buClr>
                <a:schemeClr val="dk1"/>
              </a:buClr>
              <a:buSzPts val="1500"/>
              <a:buChar char="–"/>
              <a:defRPr sz="1500"/>
            </a:lvl4pPr>
            <a:lvl5pPr indent="-323850" lvl="4" marL="2286000" algn="l">
              <a:spcBef>
                <a:spcPts val="300"/>
              </a:spcBef>
              <a:spcAft>
                <a:spcPts val="0"/>
              </a:spcAft>
              <a:buClr>
                <a:schemeClr val="dk1"/>
              </a:buClr>
              <a:buSzPts val="1500"/>
              <a:buChar char="»"/>
              <a:defRPr sz="1500"/>
            </a:lvl5pPr>
            <a:lvl6pPr indent="-323850" lvl="5" marL="2743200" algn="l">
              <a:spcBef>
                <a:spcPts val="300"/>
              </a:spcBef>
              <a:spcAft>
                <a:spcPts val="0"/>
              </a:spcAft>
              <a:buClr>
                <a:schemeClr val="dk1"/>
              </a:buClr>
              <a:buSzPts val="1500"/>
              <a:buChar char="•"/>
              <a:defRPr sz="1500"/>
            </a:lvl6pPr>
            <a:lvl7pPr indent="-323850" lvl="6" marL="3200400" algn="l">
              <a:spcBef>
                <a:spcPts val="300"/>
              </a:spcBef>
              <a:spcAft>
                <a:spcPts val="0"/>
              </a:spcAft>
              <a:buClr>
                <a:schemeClr val="dk1"/>
              </a:buClr>
              <a:buSzPts val="1500"/>
              <a:buChar char="•"/>
              <a:defRPr sz="1500"/>
            </a:lvl7pPr>
            <a:lvl8pPr indent="-323850" lvl="7" marL="3657600" algn="l">
              <a:spcBef>
                <a:spcPts val="300"/>
              </a:spcBef>
              <a:spcAft>
                <a:spcPts val="0"/>
              </a:spcAft>
              <a:buClr>
                <a:schemeClr val="dk1"/>
              </a:buClr>
              <a:buSzPts val="1500"/>
              <a:buChar char="•"/>
              <a:defRPr sz="1500"/>
            </a:lvl8pPr>
            <a:lvl9pPr indent="-323850" lvl="8" marL="4114800" algn="l">
              <a:spcBef>
                <a:spcPts val="300"/>
              </a:spcBef>
              <a:spcAft>
                <a:spcPts val="0"/>
              </a:spcAft>
              <a:buClr>
                <a:schemeClr val="dk1"/>
              </a:buClr>
              <a:buSzPts val="1500"/>
              <a:buChar char="•"/>
              <a:defRPr sz="1500"/>
            </a:lvl9pPr>
          </a:lstStyle>
          <a:p/>
        </p:txBody>
      </p:sp>
      <p:sp>
        <p:nvSpPr>
          <p:cNvPr id="102" name="Google Shape;102;p21"/>
          <p:cNvSpPr txBox="1"/>
          <p:nvPr>
            <p:ph idx="2" type="body"/>
          </p:nvPr>
        </p:nvSpPr>
        <p:spPr>
          <a:xfrm>
            <a:off x="342901" y="1076325"/>
            <a:ext cx="2256300" cy="3518400"/>
          </a:xfrm>
          <a:prstGeom prst="rect">
            <a:avLst/>
          </a:prstGeom>
          <a:noFill/>
          <a:ln>
            <a:noFill/>
          </a:ln>
        </p:spPr>
        <p:txBody>
          <a:bodyPr anchorCtr="0" anchor="t" bIns="34275" lIns="68575" spcFirstLastPara="1" rIns="68575" wrap="square" tIns="34275">
            <a:normAutofit/>
          </a:bodyPr>
          <a:lstStyle>
            <a:lvl1pPr indent="-228600" lvl="0" marL="457200" algn="l">
              <a:spcBef>
                <a:spcPts val="200"/>
              </a:spcBef>
              <a:spcAft>
                <a:spcPts val="0"/>
              </a:spcAft>
              <a:buClr>
                <a:schemeClr val="dk1"/>
              </a:buClr>
              <a:buSzPts val="1100"/>
              <a:buNone/>
              <a:defRPr sz="1100"/>
            </a:lvl1pPr>
            <a:lvl2pPr indent="-228600" lvl="1" marL="914400" algn="l">
              <a:spcBef>
                <a:spcPts val="200"/>
              </a:spcBef>
              <a:spcAft>
                <a:spcPts val="0"/>
              </a:spcAft>
              <a:buClr>
                <a:schemeClr val="dk1"/>
              </a:buClr>
              <a:buSzPts val="900"/>
              <a:buNone/>
              <a:defRPr sz="900"/>
            </a:lvl2pPr>
            <a:lvl3pPr indent="-228600" lvl="2" marL="1371600" algn="l">
              <a:spcBef>
                <a:spcPts val="200"/>
              </a:spcBef>
              <a:spcAft>
                <a:spcPts val="0"/>
              </a:spcAft>
              <a:buClr>
                <a:schemeClr val="dk1"/>
              </a:buClr>
              <a:buSzPts val="800"/>
              <a:buNone/>
              <a:defRPr sz="800"/>
            </a:lvl3pPr>
            <a:lvl4pPr indent="-228600" lvl="3" marL="1828800" algn="l">
              <a:spcBef>
                <a:spcPts val="100"/>
              </a:spcBef>
              <a:spcAft>
                <a:spcPts val="0"/>
              </a:spcAft>
              <a:buClr>
                <a:schemeClr val="dk1"/>
              </a:buClr>
              <a:buSzPts val="700"/>
              <a:buNone/>
              <a:defRPr sz="700"/>
            </a:lvl4pPr>
            <a:lvl5pPr indent="-228600" lvl="4" marL="2286000" algn="l">
              <a:spcBef>
                <a:spcPts val="100"/>
              </a:spcBef>
              <a:spcAft>
                <a:spcPts val="0"/>
              </a:spcAft>
              <a:buClr>
                <a:schemeClr val="dk1"/>
              </a:buClr>
              <a:buSzPts val="700"/>
              <a:buNone/>
              <a:defRPr sz="700"/>
            </a:lvl5pPr>
            <a:lvl6pPr indent="-228600" lvl="5" marL="2743200" algn="l">
              <a:spcBef>
                <a:spcPts val="100"/>
              </a:spcBef>
              <a:spcAft>
                <a:spcPts val="0"/>
              </a:spcAft>
              <a:buClr>
                <a:schemeClr val="dk1"/>
              </a:buClr>
              <a:buSzPts val="700"/>
              <a:buNone/>
              <a:defRPr sz="700"/>
            </a:lvl6pPr>
            <a:lvl7pPr indent="-228600" lvl="6" marL="3200400" algn="l">
              <a:spcBef>
                <a:spcPts val="100"/>
              </a:spcBef>
              <a:spcAft>
                <a:spcPts val="0"/>
              </a:spcAft>
              <a:buClr>
                <a:schemeClr val="dk1"/>
              </a:buClr>
              <a:buSzPts val="700"/>
              <a:buNone/>
              <a:defRPr sz="700"/>
            </a:lvl7pPr>
            <a:lvl8pPr indent="-228600" lvl="7" marL="3657600" algn="l">
              <a:spcBef>
                <a:spcPts val="100"/>
              </a:spcBef>
              <a:spcAft>
                <a:spcPts val="0"/>
              </a:spcAft>
              <a:buClr>
                <a:schemeClr val="dk1"/>
              </a:buClr>
              <a:buSzPts val="700"/>
              <a:buNone/>
              <a:defRPr sz="700"/>
            </a:lvl8pPr>
            <a:lvl9pPr indent="-228600" lvl="8" marL="4114800" algn="l">
              <a:spcBef>
                <a:spcPts val="100"/>
              </a:spcBef>
              <a:spcAft>
                <a:spcPts val="0"/>
              </a:spcAft>
              <a:buClr>
                <a:schemeClr val="dk1"/>
              </a:buClr>
              <a:buSzPts val="700"/>
              <a:buNone/>
              <a:defRPr sz="700"/>
            </a:lvl9pPr>
          </a:lstStyle>
          <a:p/>
        </p:txBody>
      </p:sp>
      <p:sp>
        <p:nvSpPr>
          <p:cNvPr id="103" name="Google Shape;103;p21"/>
          <p:cNvSpPr txBox="1"/>
          <p:nvPr>
            <p:ph idx="10" type="dt"/>
          </p:nvPr>
        </p:nvSpPr>
        <p:spPr>
          <a:xfrm>
            <a:off x="342901" y="4767263"/>
            <a:ext cx="16002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04" name="Google Shape;104;p21"/>
          <p:cNvSpPr txBox="1"/>
          <p:nvPr>
            <p:ph idx="11" type="ftr"/>
          </p:nvPr>
        </p:nvSpPr>
        <p:spPr>
          <a:xfrm>
            <a:off x="2343160" y="4767263"/>
            <a:ext cx="21717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05" name="Google Shape;105;p21"/>
          <p:cNvSpPr txBox="1"/>
          <p:nvPr>
            <p:ph idx="12" type="sldNum"/>
          </p:nvPr>
        </p:nvSpPr>
        <p:spPr>
          <a:xfrm>
            <a:off x="4914920" y="4767263"/>
            <a:ext cx="16002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106" name="Shape 106"/>
        <p:cNvGrpSpPr/>
        <p:nvPr/>
      </p:nvGrpSpPr>
      <p:grpSpPr>
        <a:xfrm>
          <a:off x="0" y="0"/>
          <a:ext cx="0" cy="0"/>
          <a:chOff x="0" y="0"/>
          <a:chExt cx="0" cy="0"/>
        </a:xfrm>
      </p:grpSpPr>
      <p:sp>
        <p:nvSpPr>
          <p:cNvPr id="107" name="Google Shape;107;p22"/>
          <p:cNvSpPr txBox="1"/>
          <p:nvPr>
            <p:ph type="title"/>
          </p:nvPr>
        </p:nvSpPr>
        <p:spPr>
          <a:xfrm>
            <a:off x="1344222" y="3600450"/>
            <a:ext cx="4114800" cy="425100"/>
          </a:xfrm>
          <a:prstGeom prst="rect">
            <a:avLst/>
          </a:prstGeom>
          <a:noFill/>
          <a:ln>
            <a:noFill/>
          </a:ln>
        </p:spPr>
        <p:txBody>
          <a:bodyPr anchorCtr="0" anchor="b" bIns="34275" lIns="68575" spcFirstLastPara="1" rIns="68575" wrap="square" tIns="34275">
            <a:normAutofit/>
          </a:bodyPr>
          <a:lstStyle>
            <a:lvl1pPr lvl="0" algn="l">
              <a:spcBef>
                <a:spcPts val="0"/>
              </a:spcBef>
              <a:spcAft>
                <a:spcPts val="0"/>
              </a:spcAft>
              <a:buClr>
                <a:schemeClr val="dk1"/>
              </a:buClr>
              <a:buSzPts val="1500"/>
              <a:buFont typeface="Calibri"/>
              <a:buNone/>
              <a:defRPr b="1" sz="1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08" name="Google Shape;108;p22"/>
          <p:cNvSpPr/>
          <p:nvPr>
            <p:ph idx="2" type="pic"/>
          </p:nvPr>
        </p:nvSpPr>
        <p:spPr>
          <a:xfrm>
            <a:off x="1344222" y="459581"/>
            <a:ext cx="4114800" cy="3086100"/>
          </a:xfrm>
          <a:prstGeom prst="rect">
            <a:avLst/>
          </a:prstGeom>
          <a:noFill/>
          <a:ln>
            <a:noFill/>
          </a:ln>
        </p:spPr>
      </p:sp>
      <p:sp>
        <p:nvSpPr>
          <p:cNvPr id="109" name="Google Shape;109;p22"/>
          <p:cNvSpPr txBox="1"/>
          <p:nvPr>
            <p:ph idx="1" type="body"/>
          </p:nvPr>
        </p:nvSpPr>
        <p:spPr>
          <a:xfrm>
            <a:off x="1344222" y="4025504"/>
            <a:ext cx="4114800" cy="603600"/>
          </a:xfrm>
          <a:prstGeom prst="rect">
            <a:avLst/>
          </a:prstGeom>
          <a:noFill/>
          <a:ln>
            <a:noFill/>
          </a:ln>
        </p:spPr>
        <p:txBody>
          <a:bodyPr anchorCtr="0" anchor="t" bIns="34275" lIns="68575" spcFirstLastPara="1" rIns="68575" wrap="square" tIns="34275">
            <a:normAutofit/>
          </a:bodyPr>
          <a:lstStyle>
            <a:lvl1pPr indent="-228600" lvl="0" marL="457200" algn="l">
              <a:spcBef>
                <a:spcPts val="200"/>
              </a:spcBef>
              <a:spcAft>
                <a:spcPts val="0"/>
              </a:spcAft>
              <a:buClr>
                <a:schemeClr val="dk1"/>
              </a:buClr>
              <a:buSzPts val="1100"/>
              <a:buNone/>
              <a:defRPr sz="1100"/>
            </a:lvl1pPr>
            <a:lvl2pPr indent="-228600" lvl="1" marL="914400" algn="l">
              <a:spcBef>
                <a:spcPts val="200"/>
              </a:spcBef>
              <a:spcAft>
                <a:spcPts val="0"/>
              </a:spcAft>
              <a:buClr>
                <a:schemeClr val="dk1"/>
              </a:buClr>
              <a:buSzPts val="900"/>
              <a:buNone/>
              <a:defRPr sz="900"/>
            </a:lvl2pPr>
            <a:lvl3pPr indent="-228600" lvl="2" marL="1371600" algn="l">
              <a:spcBef>
                <a:spcPts val="200"/>
              </a:spcBef>
              <a:spcAft>
                <a:spcPts val="0"/>
              </a:spcAft>
              <a:buClr>
                <a:schemeClr val="dk1"/>
              </a:buClr>
              <a:buSzPts val="800"/>
              <a:buNone/>
              <a:defRPr sz="800"/>
            </a:lvl3pPr>
            <a:lvl4pPr indent="-228600" lvl="3" marL="1828800" algn="l">
              <a:spcBef>
                <a:spcPts val="100"/>
              </a:spcBef>
              <a:spcAft>
                <a:spcPts val="0"/>
              </a:spcAft>
              <a:buClr>
                <a:schemeClr val="dk1"/>
              </a:buClr>
              <a:buSzPts val="700"/>
              <a:buNone/>
              <a:defRPr sz="700"/>
            </a:lvl4pPr>
            <a:lvl5pPr indent="-228600" lvl="4" marL="2286000" algn="l">
              <a:spcBef>
                <a:spcPts val="100"/>
              </a:spcBef>
              <a:spcAft>
                <a:spcPts val="0"/>
              </a:spcAft>
              <a:buClr>
                <a:schemeClr val="dk1"/>
              </a:buClr>
              <a:buSzPts val="700"/>
              <a:buNone/>
              <a:defRPr sz="700"/>
            </a:lvl5pPr>
            <a:lvl6pPr indent="-228600" lvl="5" marL="2743200" algn="l">
              <a:spcBef>
                <a:spcPts val="100"/>
              </a:spcBef>
              <a:spcAft>
                <a:spcPts val="0"/>
              </a:spcAft>
              <a:buClr>
                <a:schemeClr val="dk1"/>
              </a:buClr>
              <a:buSzPts val="700"/>
              <a:buNone/>
              <a:defRPr sz="700"/>
            </a:lvl6pPr>
            <a:lvl7pPr indent="-228600" lvl="6" marL="3200400" algn="l">
              <a:spcBef>
                <a:spcPts val="100"/>
              </a:spcBef>
              <a:spcAft>
                <a:spcPts val="0"/>
              </a:spcAft>
              <a:buClr>
                <a:schemeClr val="dk1"/>
              </a:buClr>
              <a:buSzPts val="700"/>
              <a:buNone/>
              <a:defRPr sz="700"/>
            </a:lvl7pPr>
            <a:lvl8pPr indent="-228600" lvl="7" marL="3657600" algn="l">
              <a:spcBef>
                <a:spcPts val="100"/>
              </a:spcBef>
              <a:spcAft>
                <a:spcPts val="0"/>
              </a:spcAft>
              <a:buClr>
                <a:schemeClr val="dk1"/>
              </a:buClr>
              <a:buSzPts val="700"/>
              <a:buNone/>
              <a:defRPr sz="700"/>
            </a:lvl8pPr>
            <a:lvl9pPr indent="-228600" lvl="8" marL="4114800" algn="l">
              <a:spcBef>
                <a:spcPts val="100"/>
              </a:spcBef>
              <a:spcAft>
                <a:spcPts val="0"/>
              </a:spcAft>
              <a:buClr>
                <a:schemeClr val="dk1"/>
              </a:buClr>
              <a:buSzPts val="700"/>
              <a:buNone/>
              <a:defRPr sz="700"/>
            </a:lvl9pPr>
          </a:lstStyle>
          <a:p/>
        </p:txBody>
      </p:sp>
      <p:sp>
        <p:nvSpPr>
          <p:cNvPr id="110" name="Google Shape;110;p22"/>
          <p:cNvSpPr txBox="1"/>
          <p:nvPr>
            <p:ph idx="10" type="dt"/>
          </p:nvPr>
        </p:nvSpPr>
        <p:spPr>
          <a:xfrm>
            <a:off x="342901" y="4767263"/>
            <a:ext cx="16002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11" name="Google Shape;111;p22"/>
          <p:cNvSpPr txBox="1"/>
          <p:nvPr>
            <p:ph idx="11" type="ftr"/>
          </p:nvPr>
        </p:nvSpPr>
        <p:spPr>
          <a:xfrm>
            <a:off x="2343160" y="4767263"/>
            <a:ext cx="21717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12" name="Google Shape;112;p22"/>
          <p:cNvSpPr txBox="1"/>
          <p:nvPr>
            <p:ph idx="12" type="sldNum"/>
          </p:nvPr>
        </p:nvSpPr>
        <p:spPr>
          <a:xfrm>
            <a:off x="4914920" y="4767263"/>
            <a:ext cx="16002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113" name="Shape 113"/>
        <p:cNvGrpSpPr/>
        <p:nvPr/>
      </p:nvGrpSpPr>
      <p:grpSpPr>
        <a:xfrm>
          <a:off x="0" y="0"/>
          <a:ext cx="0" cy="0"/>
          <a:chOff x="0" y="0"/>
          <a:chExt cx="0" cy="0"/>
        </a:xfrm>
      </p:grpSpPr>
      <p:sp>
        <p:nvSpPr>
          <p:cNvPr id="114" name="Google Shape;114;p23"/>
          <p:cNvSpPr txBox="1"/>
          <p:nvPr>
            <p:ph type="title"/>
          </p:nvPr>
        </p:nvSpPr>
        <p:spPr>
          <a:xfrm>
            <a:off x="342901" y="205978"/>
            <a:ext cx="6172200" cy="857400"/>
          </a:xfrm>
          <a:prstGeom prst="rect">
            <a:avLst/>
          </a:prstGeom>
          <a:noFill/>
          <a:ln>
            <a:noFill/>
          </a:ln>
        </p:spPr>
        <p:txBody>
          <a:bodyPr anchorCtr="0" anchor="ctr" bIns="34275" lIns="68575" spcFirstLastPara="1" rIns="68575" wrap="square" tIns="34275">
            <a:normAutofit/>
          </a:bodyPr>
          <a:lstStyle>
            <a:lvl1pPr lvl="0" algn="ctr">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15" name="Google Shape;115;p23"/>
          <p:cNvSpPr txBox="1"/>
          <p:nvPr>
            <p:ph idx="1" type="body"/>
          </p:nvPr>
        </p:nvSpPr>
        <p:spPr>
          <a:xfrm rot="5400000">
            <a:off x="1731777" y="-188700"/>
            <a:ext cx="3394500" cy="6172200"/>
          </a:xfrm>
          <a:prstGeom prst="rect">
            <a:avLst/>
          </a:prstGeom>
          <a:noFill/>
          <a:ln>
            <a:noFill/>
          </a:ln>
        </p:spPr>
        <p:txBody>
          <a:bodyPr anchorCtr="0" anchor="t" bIns="34275" lIns="68575" spcFirstLastPara="1" rIns="68575" wrap="square" tIns="34275">
            <a:normAutofit/>
          </a:bodyPr>
          <a:lstStyle>
            <a:lvl1pPr indent="-317500" lvl="0" marL="457200" algn="l">
              <a:spcBef>
                <a:spcPts val="300"/>
              </a:spcBef>
              <a:spcAft>
                <a:spcPts val="0"/>
              </a:spcAft>
              <a:buClr>
                <a:schemeClr val="dk1"/>
              </a:buClr>
              <a:buSzPts val="1400"/>
              <a:buChar char="•"/>
              <a:defRPr/>
            </a:lvl1pPr>
            <a:lvl2pPr indent="-317500" lvl="1" marL="914400" algn="l">
              <a:spcBef>
                <a:spcPts val="300"/>
              </a:spcBef>
              <a:spcAft>
                <a:spcPts val="0"/>
              </a:spcAft>
              <a:buClr>
                <a:schemeClr val="dk1"/>
              </a:buClr>
              <a:buSzPts val="1400"/>
              <a:buChar char="–"/>
              <a:defRPr/>
            </a:lvl2pPr>
            <a:lvl3pPr indent="-317500" lvl="2" marL="1371600" algn="l">
              <a:spcBef>
                <a:spcPts val="300"/>
              </a:spcBef>
              <a:spcAft>
                <a:spcPts val="0"/>
              </a:spcAft>
              <a:buClr>
                <a:schemeClr val="dk1"/>
              </a:buClr>
              <a:buSzPts val="1400"/>
              <a:buChar char="•"/>
              <a:defRPr/>
            </a:lvl3pPr>
            <a:lvl4pPr indent="-317500" lvl="3" marL="1828800" algn="l">
              <a:spcBef>
                <a:spcPts val="300"/>
              </a:spcBef>
              <a:spcAft>
                <a:spcPts val="0"/>
              </a:spcAft>
              <a:buClr>
                <a:schemeClr val="dk1"/>
              </a:buClr>
              <a:buSzPts val="1400"/>
              <a:buChar char="–"/>
              <a:defRPr/>
            </a:lvl4pPr>
            <a:lvl5pPr indent="-317500" lvl="4" marL="2286000" algn="l">
              <a:spcBef>
                <a:spcPts val="300"/>
              </a:spcBef>
              <a:spcAft>
                <a:spcPts val="0"/>
              </a:spcAft>
              <a:buClr>
                <a:schemeClr val="dk1"/>
              </a:buClr>
              <a:buSzPts val="1400"/>
              <a:buChar char="»"/>
              <a:defRPr/>
            </a:lvl5pPr>
            <a:lvl6pPr indent="-317500" lvl="5" marL="2743200" algn="l">
              <a:spcBef>
                <a:spcPts val="300"/>
              </a:spcBef>
              <a:spcAft>
                <a:spcPts val="0"/>
              </a:spcAft>
              <a:buClr>
                <a:schemeClr val="dk1"/>
              </a:buClr>
              <a:buSzPts val="1400"/>
              <a:buChar char="•"/>
              <a:defRPr/>
            </a:lvl6pPr>
            <a:lvl7pPr indent="-317500" lvl="6" marL="3200400" algn="l">
              <a:spcBef>
                <a:spcPts val="300"/>
              </a:spcBef>
              <a:spcAft>
                <a:spcPts val="0"/>
              </a:spcAft>
              <a:buClr>
                <a:schemeClr val="dk1"/>
              </a:buClr>
              <a:buSzPts val="1400"/>
              <a:buChar char="•"/>
              <a:defRPr/>
            </a:lvl7pPr>
            <a:lvl8pPr indent="-317500" lvl="7" marL="3657600" algn="l">
              <a:spcBef>
                <a:spcPts val="300"/>
              </a:spcBef>
              <a:spcAft>
                <a:spcPts val="0"/>
              </a:spcAft>
              <a:buClr>
                <a:schemeClr val="dk1"/>
              </a:buClr>
              <a:buSzPts val="1400"/>
              <a:buChar char="•"/>
              <a:defRPr/>
            </a:lvl8pPr>
            <a:lvl9pPr indent="-317500" lvl="8" marL="4114800" algn="l">
              <a:spcBef>
                <a:spcPts val="300"/>
              </a:spcBef>
              <a:spcAft>
                <a:spcPts val="0"/>
              </a:spcAft>
              <a:buClr>
                <a:schemeClr val="dk1"/>
              </a:buClr>
              <a:buSzPts val="1400"/>
              <a:buChar char="•"/>
              <a:defRPr/>
            </a:lvl9pPr>
          </a:lstStyle>
          <a:p/>
        </p:txBody>
      </p:sp>
      <p:sp>
        <p:nvSpPr>
          <p:cNvPr id="116" name="Google Shape;116;p23"/>
          <p:cNvSpPr txBox="1"/>
          <p:nvPr>
            <p:ph idx="10" type="dt"/>
          </p:nvPr>
        </p:nvSpPr>
        <p:spPr>
          <a:xfrm>
            <a:off x="342901" y="4767263"/>
            <a:ext cx="16002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17" name="Google Shape;117;p23"/>
          <p:cNvSpPr txBox="1"/>
          <p:nvPr>
            <p:ph idx="11" type="ftr"/>
          </p:nvPr>
        </p:nvSpPr>
        <p:spPr>
          <a:xfrm>
            <a:off x="2343160" y="4767263"/>
            <a:ext cx="21717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18" name="Google Shape;118;p23"/>
          <p:cNvSpPr txBox="1"/>
          <p:nvPr>
            <p:ph idx="12" type="sldNum"/>
          </p:nvPr>
        </p:nvSpPr>
        <p:spPr>
          <a:xfrm>
            <a:off x="4914920" y="4767263"/>
            <a:ext cx="16002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119" name="Shape 119"/>
        <p:cNvGrpSpPr/>
        <p:nvPr/>
      </p:nvGrpSpPr>
      <p:grpSpPr>
        <a:xfrm>
          <a:off x="0" y="0"/>
          <a:ext cx="0" cy="0"/>
          <a:chOff x="0" y="0"/>
          <a:chExt cx="0" cy="0"/>
        </a:xfrm>
      </p:grpSpPr>
      <p:sp>
        <p:nvSpPr>
          <p:cNvPr id="120" name="Google Shape;120;p24"/>
          <p:cNvSpPr txBox="1"/>
          <p:nvPr>
            <p:ph type="title"/>
          </p:nvPr>
        </p:nvSpPr>
        <p:spPr>
          <a:xfrm rot="5400000">
            <a:off x="3549177" y="1628729"/>
            <a:ext cx="4388700" cy="1543200"/>
          </a:xfrm>
          <a:prstGeom prst="rect">
            <a:avLst/>
          </a:prstGeom>
          <a:noFill/>
          <a:ln>
            <a:noFill/>
          </a:ln>
        </p:spPr>
        <p:txBody>
          <a:bodyPr anchorCtr="0" anchor="ctr" bIns="34275" lIns="68575" spcFirstLastPara="1" rIns="68575" wrap="square" tIns="34275">
            <a:normAutofit/>
          </a:bodyPr>
          <a:lstStyle>
            <a:lvl1pPr lvl="0" algn="ctr">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21" name="Google Shape;121;p24"/>
          <p:cNvSpPr txBox="1"/>
          <p:nvPr>
            <p:ph idx="1" type="body"/>
          </p:nvPr>
        </p:nvSpPr>
        <p:spPr>
          <a:xfrm rot="5400000">
            <a:off x="405920" y="142828"/>
            <a:ext cx="4388700" cy="4515000"/>
          </a:xfrm>
          <a:prstGeom prst="rect">
            <a:avLst/>
          </a:prstGeom>
          <a:noFill/>
          <a:ln>
            <a:noFill/>
          </a:ln>
        </p:spPr>
        <p:txBody>
          <a:bodyPr anchorCtr="0" anchor="t" bIns="34275" lIns="68575" spcFirstLastPara="1" rIns="68575" wrap="square" tIns="34275">
            <a:normAutofit/>
          </a:bodyPr>
          <a:lstStyle>
            <a:lvl1pPr indent="-317500" lvl="0" marL="457200" algn="l">
              <a:spcBef>
                <a:spcPts val="300"/>
              </a:spcBef>
              <a:spcAft>
                <a:spcPts val="0"/>
              </a:spcAft>
              <a:buClr>
                <a:schemeClr val="dk1"/>
              </a:buClr>
              <a:buSzPts val="1400"/>
              <a:buChar char="•"/>
              <a:defRPr/>
            </a:lvl1pPr>
            <a:lvl2pPr indent="-317500" lvl="1" marL="914400" algn="l">
              <a:spcBef>
                <a:spcPts val="300"/>
              </a:spcBef>
              <a:spcAft>
                <a:spcPts val="0"/>
              </a:spcAft>
              <a:buClr>
                <a:schemeClr val="dk1"/>
              </a:buClr>
              <a:buSzPts val="1400"/>
              <a:buChar char="–"/>
              <a:defRPr/>
            </a:lvl2pPr>
            <a:lvl3pPr indent="-317500" lvl="2" marL="1371600" algn="l">
              <a:spcBef>
                <a:spcPts val="300"/>
              </a:spcBef>
              <a:spcAft>
                <a:spcPts val="0"/>
              </a:spcAft>
              <a:buClr>
                <a:schemeClr val="dk1"/>
              </a:buClr>
              <a:buSzPts val="1400"/>
              <a:buChar char="•"/>
              <a:defRPr/>
            </a:lvl3pPr>
            <a:lvl4pPr indent="-317500" lvl="3" marL="1828800" algn="l">
              <a:spcBef>
                <a:spcPts val="300"/>
              </a:spcBef>
              <a:spcAft>
                <a:spcPts val="0"/>
              </a:spcAft>
              <a:buClr>
                <a:schemeClr val="dk1"/>
              </a:buClr>
              <a:buSzPts val="1400"/>
              <a:buChar char="–"/>
              <a:defRPr/>
            </a:lvl4pPr>
            <a:lvl5pPr indent="-317500" lvl="4" marL="2286000" algn="l">
              <a:spcBef>
                <a:spcPts val="300"/>
              </a:spcBef>
              <a:spcAft>
                <a:spcPts val="0"/>
              </a:spcAft>
              <a:buClr>
                <a:schemeClr val="dk1"/>
              </a:buClr>
              <a:buSzPts val="1400"/>
              <a:buChar char="»"/>
              <a:defRPr/>
            </a:lvl5pPr>
            <a:lvl6pPr indent="-317500" lvl="5" marL="2743200" algn="l">
              <a:spcBef>
                <a:spcPts val="300"/>
              </a:spcBef>
              <a:spcAft>
                <a:spcPts val="0"/>
              </a:spcAft>
              <a:buClr>
                <a:schemeClr val="dk1"/>
              </a:buClr>
              <a:buSzPts val="1400"/>
              <a:buChar char="•"/>
              <a:defRPr/>
            </a:lvl6pPr>
            <a:lvl7pPr indent="-317500" lvl="6" marL="3200400" algn="l">
              <a:spcBef>
                <a:spcPts val="300"/>
              </a:spcBef>
              <a:spcAft>
                <a:spcPts val="0"/>
              </a:spcAft>
              <a:buClr>
                <a:schemeClr val="dk1"/>
              </a:buClr>
              <a:buSzPts val="1400"/>
              <a:buChar char="•"/>
              <a:defRPr/>
            </a:lvl7pPr>
            <a:lvl8pPr indent="-317500" lvl="7" marL="3657600" algn="l">
              <a:spcBef>
                <a:spcPts val="300"/>
              </a:spcBef>
              <a:spcAft>
                <a:spcPts val="0"/>
              </a:spcAft>
              <a:buClr>
                <a:schemeClr val="dk1"/>
              </a:buClr>
              <a:buSzPts val="1400"/>
              <a:buChar char="•"/>
              <a:defRPr/>
            </a:lvl8pPr>
            <a:lvl9pPr indent="-317500" lvl="8" marL="4114800" algn="l">
              <a:spcBef>
                <a:spcPts val="300"/>
              </a:spcBef>
              <a:spcAft>
                <a:spcPts val="0"/>
              </a:spcAft>
              <a:buClr>
                <a:schemeClr val="dk1"/>
              </a:buClr>
              <a:buSzPts val="1400"/>
              <a:buChar char="•"/>
              <a:defRPr/>
            </a:lvl9pPr>
          </a:lstStyle>
          <a:p/>
        </p:txBody>
      </p:sp>
      <p:sp>
        <p:nvSpPr>
          <p:cNvPr id="122" name="Google Shape;122;p24"/>
          <p:cNvSpPr txBox="1"/>
          <p:nvPr>
            <p:ph idx="10" type="dt"/>
          </p:nvPr>
        </p:nvSpPr>
        <p:spPr>
          <a:xfrm>
            <a:off x="342901" y="4767263"/>
            <a:ext cx="16002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23" name="Google Shape;123;p24"/>
          <p:cNvSpPr txBox="1"/>
          <p:nvPr>
            <p:ph idx="11" type="ftr"/>
          </p:nvPr>
        </p:nvSpPr>
        <p:spPr>
          <a:xfrm>
            <a:off x="2343160" y="4767263"/>
            <a:ext cx="21717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24" name="Google Shape;124;p24"/>
          <p:cNvSpPr txBox="1"/>
          <p:nvPr>
            <p:ph idx="12" type="sldNum"/>
          </p:nvPr>
        </p:nvSpPr>
        <p:spPr>
          <a:xfrm>
            <a:off x="4914920" y="4767263"/>
            <a:ext cx="16002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11" Type="http://schemas.openxmlformats.org/officeDocument/2006/relationships/slideLayout" Target="../slideLayouts/slideLayout22.xml"/><Relationship Id="rId10" Type="http://schemas.openxmlformats.org/officeDocument/2006/relationships/slideLayout" Target="../slideLayouts/slideLayout21.xml"/><Relationship Id="rId12" Type="http://schemas.openxmlformats.org/officeDocument/2006/relationships/theme" Target="../theme/theme1.xml"/><Relationship Id="rId9" Type="http://schemas.openxmlformats.org/officeDocument/2006/relationships/slideLayout" Target="../slideLayouts/slideLayout20.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42901" y="205978"/>
            <a:ext cx="6172200" cy="857400"/>
          </a:xfrm>
          <a:prstGeom prst="rect">
            <a:avLst/>
          </a:prstGeom>
          <a:noFill/>
          <a:ln>
            <a:noFill/>
          </a:ln>
        </p:spPr>
        <p:txBody>
          <a:bodyPr anchorCtr="0" anchor="ctr" bIns="34275" lIns="68575" spcFirstLastPara="1" rIns="68575" wrap="square" tIns="34275">
            <a:normAutofit/>
          </a:bodyPr>
          <a:lstStyle>
            <a:lvl1pPr lvl="0" marR="0" algn="ctr">
              <a:spcBef>
                <a:spcPts val="0"/>
              </a:spcBef>
              <a:spcAft>
                <a:spcPts val="0"/>
              </a:spcAft>
              <a:buClr>
                <a:schemeClr val="dk1"/>
              </a:buClr>
              <a:buSzPts val="3300"/>
              <a:buFont typeface="Calibri"/>
              <a:buNone/>
              <a:defRPr b="0" i="0" sz="3300" u="none" cap="none" strike="noStrike">
                <a:solidFill>
                  <a:schemeClr val="dk1"/>
                </a:solidFill>
                <a:latin typeface="Calibri"/>
                <a:ea typeface="Calibri"/>
                <a:cs typeface="Calibri"/>
                <a:sym typeface="Calibri"/>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p:txBody>
      </p:sp>
      <p:sp>
        <p:nvSpPr>
          <p:cNvPr id="52" name="Google Shape;52;p13"/>
          <p:cNvSpPr txBox="1"/>
          <p:nvPr>
            <p:ph idx="1" type="body"/>
          </p:nvPr>
        </p:nvSpPr>
        <p:spPr>
          <a:xfrm>
            <a:off x="342901" y="1200150"/>
            <a:ext cx="6172200" cy="3394500"/>
          </a:xfrm>
          <a:prstGeom prst="rect">
            <a:avLst/>
          </a:prstGeom>
          <a:noFill/>
          <a:ln>
            <a:noFill/>
          </a:ln>
        </p:spPr>
        <p:txBody>
          <a:bodyPr anchorCtr="0" anchor="t" bIns="34275" lIns="68575" spcFirstLastPara="1" rIns="68575" wrap="square" tIns="34275">
            <a:normAutofit/>
          </a:bodyPr>
          <a:lstStyle>
            <a:lvl1pPr indent="-381000" lvl="0" marL="457200" marR="0" algn="l">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1pPr>
            <a:lvl2pPr indent="-361950" lvl="1" marL="914400" marR="0" algn="l">
              <a:spcBef>
                <a:spcPts val="400"/>
              </a:spcBef>
              <a:spcAft>
                <a:spcPts val="0"/>
              </a:spcAft>
              <a:buClr>
                <a:schemeClr val="dk1"/>
              </a:buClr>
              <a:buSzPts val="2100"/>
              <a:buFont typeface="Arial"/>
              <a:buChar char="–"/>
              <a:defRPr b="0" i="0" sz="2100" u="none" cap="none" strike="noStrike">
                <a:solidFill>
                  <a:schemeClr val="dk1"/>
                </a:solidFill>
                <a:latin typeface="Calibri"/>
                <a:ea typeface="Calibri"/>
                <a:cs typeface="Calibri"/>
                <a:sym typeface="Calibri"/>
              </a:defRPr>
            </a:lvl2pPr>
            <a:lvl3pPr indent="-342900" lvl="2" marL="1371600" marR="0" algn="l">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3pPr>
            <a:lvl4pPr indent="-323850" lvl="3" marL="1828800" marR="0" algn="l">
              <a:spcBef>
                <a:spcPts val="3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4pPr>
            <a:lvl5pPr indent="-323850" lvl="4" marL="2286000" marR="0" algn="l">
              <a:spcBef>
                <a:spcPts val="3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5pPr>
            <a:lvl6pPr indent="-323850" lvl="5" marL="2743200" marR="0" algn="l">
              <a:spcBef>
                <a:spcPts val="3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6pPr>
            <a:lvl7pPr indent="-323850" lvl="6" marL="3200400" marR="0" algn="l">
              <a:spcBef>
                <a:spcPts val="3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7pPr>
            <a:lvl8pPr indent="-323850" lvl="7" marL="3657600" marR="0" algn="l">
              <a:spcBef>
                <a:spcPts val="3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8pPr>
            <a:lvl9pPr indent="-323850" lvl="8" marL="4114800" marR="0" algn="l">
              <a:spcBef>
                <a:spcPts val="3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9pPr>
          </a:lstStyle>
          <a:p/>
        </p:txBody>
      </p:sp>
      <p:sp>
        <p:nvSpPr>
          <p:cNvPr id="53" name="Google Shape;53;p13"/>
          <p:cNvSpPr txBox="1"/>
          <p:nvPr>
            <p:ph idx="10" type="dt"/>
          </p:nvPr>
        </p:nvSpPr>
        <p:spPr>
          <a:xfrm>
            <a:off x="342901" y="4767263"/>
            <a:ext cx="1600200" cy="273900"/>
          </a:xfrm>
          <a:prstGeom prst="rect">
            <a:avLst/>
          </a:prstGeom>
          <a:noFill/>
          <a:ln>
            <a:noFill/>
          </a:ln>
        </p:spPr>
        <p:txBody>
          <a:bodyPr anchorCtr="0" anchor="ctr" bIns="34275" lIns="68575" spcFirstLastPara="1" rIns="68575" wrap="square" tIns="34275">
            <a:noAutofit/>
          </a:bodyPr>
          <a:lstStyle>
            <a:lvl1pPr lvl="0" marR="0" algn="l">
              <a:spcBef>
                <a:spcPts val="0"/>
              </a:spcBef>
              <a:spcAft>
                <a:spcPts val="0"/>
              </a:spcAft>
              <a:buSzPts val="1100"/>
              <a:buNone/>
              <a:defRPr b="0" i="0" sz="900" u="none" cap="none" strike="noStrike">
                <a:solidFill>
                  <a:srgbClr val="888888"/>
                </a:solidFill>
                <a:latin typeface="Calibri"/>
                <a:ea typeface="Calibri"/>
                <a:cs typeface="Calibri"/>
                <a:sym typeface="Calibri"/>
              </a:defRPr>
            </a:lvl1pPr>
            <a:lvl2pPr lvl="1"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2pPr>
            <a:lvl3pPr lvl="2"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3pPr>
            <a:lvl4pPr lvl="3"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4pPr>
            <a:lvl5pPr lvl="4"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5pPr>
            <a:lvl6pPr lvl="5"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6pPr>
            <a:lvl7pPr lvl="6"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7pPr>
            <a:lvl8pPr lvl="7"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8pPr>
            <a:lvl9pPr lvl="8"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9pPr>
          </a:lstStyle>
          <a:p/>
        </p:txBody>
      </p:sp>
      <p:sp>
        <p:nvSpPr>
          <p:cNvPr id="54" name="Google Shape;54;p13"/>
          <p:cNvSpPr txBox="1"/>
          <p:nvPr>
            <p:ph idx="11" type="ftr"/>
          </p:nvPr>
        </p:nvSpPr>
        <p:spPr>
          <a:xfrm>
            <a:off x="2343160" y="4767263"/>
            <a:ext cx="2171700" cy="273900"/>
          </a:xfrm>
          <a:prstGeom prst="rect">
            <a:avLst/>
          </a:prstGeom>
          <a:noFill/>
          <a:ln>
            <a:noFill/>
          </a:ln>
        </p:spPr>
        <p:txBody>
          <a:bodyPr anchorCtr="0" anchor="ctr" bIns="34275" lIns="68575" spcFirstLastPara="1" rIns="68575" wrap="square" tIns="34275">
            <a:noAutofit/>
          </a:bodyPr>
          <a:lstStyle>
            <a:lvl1pPr lvl="0" marR="0" algn="ctr">
              <a:spcBef>
                <a:spcPts val="0"/>
              </a:spcBef>
              <a:spcAft>
                <a:spcPts val="0"/>
              </a:spcAft>
              <a:buSzPts val="1100"/>
              <a:buNone/>
              <a:defRPr b="0" i="0" sz="900" u="none" cap="none" strike="noStrike">
                <a:solidFill>
                  <a:srgbClr val="888888"/>
                </a:solidFill>
                <a:latin typeface="Calibri"/>
                <a:ea typeface="Calibri"/>
                <a:cs typeface="Calibri"/>
                <a:sym typeface="Calibri"/>
              </a:defRPr>
            </a:lvl1pPr>
            <a:lvl2pPr lvl="1"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2pPr>
            <a:lvl3pPr lvl="2"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3pPr>
            <a:lvl4pPr lvl="3"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4pPr>
            <a:lvl5pPr lvl="4"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5pPr>
            <a:lvl6pPr lvl="5"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6pPr>
            <a:lvl7pPr lvl="6"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7pPr>
            <a:lvl8pPr lvl="7"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8pPr>
            <a:lvl9pPr lvl="8"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9pPr>
          </a:lstStyle>
          <a:p/>
        </p:txBody>
      </p:sp>
      <p:sp>
        <p:nvSpPr>
          <p:cNvPr id="55" name="Google Shape;55;p13"/>
          <p:cNvSpPr txBox="1"/>
          <p:nvPr>
            <p:ph idx="12" type="sldNum"/>
          </p:nvPr>
        </p:nvSpPr>
        <p:spPr>
          <a:xfrm>
            <a:off x="4914920" y="4767263"/>
            <a:ext cx="1600200" cy="273900"/>
          </a:xfrm>
          <a:prstGeom prst="rect">
            <a:avLst/>
          </a:prstGeom>
          <a:noFill/>
          <a:ln>
            <a:noFill/>
          </a:ln>
        </p:spPr>
        <p:txBody>
          <a:bodyPr anchorCtr="0" anchor="ctr" bIns="34275" lIns="68575" spcFirstLastPara="1" rIns="68575" wrap="square" tIns="34275">
            <a:noAutofit/>
          </a:bodyPr>
          <a:lstStyle>
            <a:lvl1pPr indent="0" lvl="0" marL="0" marR="0" algn="r">
              <a:spcBef>
                <a:spcPts val="0"/>
              </a:spcBef>
              <a:buNone/>
              <a:defRPr b="0" i="0" sz="900" u="none" cap="none" strike="noStrike">
                <a:solidFill>
                  <a:srgbClr val="888888"/>
                </a:solidFill>
                <a:latin typeface="Calibri"/>
                <a:ea typeface="Calibri"/>
                <a:cs typeface="Calibri"/>
                <a:sym typeface="Calibri"/>
              </a:defRPr>
            </a:lvl1pPr>
            <a:lvl2pPr indent="0" lvl="1" marL="0" marR="0" algn="r">
              <a:spcBef>
                <a:spcPts val="0"/>
              </a:spcBef>
              <a:buNone/>
              <a:defRPr b="0" i="0" sz="900" u="none" cap="none" strike="noStrike">
                <a:solidFill>
                  <a:srgbClr val="888888"/>
                </a:solidFill>
                <a:latin typeface="Calibri"/>
                <a:ea typeface="Calibri"/>
                <a:cs typeface="Calibri"/>
                <a:sym typeface="Calibri"/>
              </a:defRPr>
            </a:lvl2pPr>
            <a:lvl3pPr indent="0" lvl="2" marL="0" marR="0" algn="r">
              <a:spcBef>
                <a:spcPts val="0"/>
              </a:spcBef>
              <a:buNone/>
              <a:defRPr b="0" i="0" sz="900" u="none" cap="none" strike="noStrike">
                <a:solidFill>
                  <a:srgbClr val="888888"/>
                </a:solidFill>
                <a:latin typeface="Calibri"/>
                <a:ea typeface="Calibri"/>
                <a:cs typeface="Calibri"/>
                <a:sym typeface="Calibri"/>
              </a:defRPr>
            </a:lvl3pPr>
            <a:lvl4pPr indent="0" lvl="3" marL="0" marR="0" algn="r">
              <a:spcBef>
                <a:spcPts val="0"/>
              </a:spcBef>
              <a:buNone/>
              <a:defRPr b="0" i="0" sz="900" u="none" cap="none" strike="noStrike">
                <a:solidFill>
                  <a:srgbClr val="888888"/>
                </a:solidFill>
                <a:latin typeface="Calibri"/>
                <a:ea typeface="Calibri"/>
                <a:cs typeface="Calibri"/>
                <a:sym typeface="Calibri"/>
              </a:defRPr>
            </a:lvl4pPr>
            <a:lvl5pPr indent="0" lvl="4" marL="0" marR="0" algn="r">
              <a:spcBef>
                <a:spcPts val="0"/>
              </a:spcBef>
              <a:buNone/>
              <a:defRPr b="0" i="0" sz="900" u="none" cap="none" strike="noStrike">
                <a:solidFill>
                  <a:srgbClr val="888888"/>
                </a:solidFill>
                <a:latin typeface="Calibri"/>
                <a:ea typeface="Calibri"/>
                <a:cs typeface="Calibri"/>
                <a:sym typeface="Calibri"/>
              </a:defRPr>
            </a:lvl5pPr>
            <a:lvl6pPr indent="0" lvl="5" marL="0" marR="0" algn="r">
              <a:spcBef>
                <a:spcPts val="0"/>
              </a:spcBef>
              <a:buNone/>
              <a:defRPr b="0" i="0" sz="900" u="none" cap="none" strike="noStrike">
                <a:solidFill>
                  <a:srgbClr val="888888"/>
                </a:solidFill>
                <a:latin typeface="Calibri"/>
                <a:ea typeface="Calibri"/>
                <a:cs typeface="Calibri"/>
                <a:sym typeface="Calibri"/>
              </a:defRPr>
            </a:lvl6pPr>
            <a:lvl7pPr indent="0" lvl="6" marL="0" marR="0" algn="r">
              <a:spcBef>
                <a:spcPts val="0"/>
              </a:spcBef>
              <a:buNone/>
              <a:defRPr b="0" i="0" sz="900" u="none" cap="none" strike="noStrike">
                <a:solidFill>
                  <a:srgbClr val="888888"/>
                </a:solidFill>
                <a:latin typeface="Calibri"/>
                <a:ea typeface="Calibri"/>
                <a:cs typeface="Calibri"/>
                <a:sym typeface="Calibri"/>
              </a:defRPr>
            </a:lvl7pPr>
            <a:lvl8pPr indent="0" lvl="7" marL="0" marR="0" algn="r">
              <a:spcBef>
                <a:spcPts val="0"/>
              </a:spcBef>
              <a:buNone/>
              <a:defRPr b="0" i="0" sz="900" u="none" cap="none" strike="noStrike">
                <a:solidFill>
                  <a:srgbClr val="888888"/>
                </a:solidFill>
                <a:latin typeface="Calibri"/>
                <a:ea typeface="Calibri"/>
                <a:cs typeface="Calibri"/>
                <a:sym typeface="Calibri"/>
              </a:defRPr>
            </a:lvl8pPr>
            <a:lvl9pPr indent="0" lvl="8" marL="0" marR="0" algn="r">
              <a:spcBef>
                <a:spcPts val="0"/>
              </a:spcBef>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xml"/><Relationship Id="rId3" Type="http://schemas.openxmlformats.org/officeDocument/2006/relationships/image" Target="../media/image15.png"/><Relationship Id="rId4" Type="http://schemas.openxmlformats.org/officeDocument/2006/relationships/image" Target="../media/image20.png"/><Relationship Id="rId5"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 Id="rId3" Type="http://schemas.openxmlformats.org/officeDocument/2006/relationships/image" Target="../media/image1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 Id="rId3" Type="http://schemas.openxmlformats.org/officeDocument/2006/relationships/image" Target="../media/image2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2.png"/><Relationship Id="rId6" Type="http://schemas.openxmlformats.org/officeDocument/2006/relationships/image" Target="../media/image26.png"/><Relationship Id="rId7" Type="http://schemas.openxmlformats.org/officeDocument/2006/relationships/image" Target="../media/image13.png"/><Relationship Id="rId8"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7.png"/><Relationship Id="rId10" Type="http://schemas.openxmlformats.org/officeDocument/2006/relationships/image" Target="../media/image9.png"/><Relationship Id="rId9" Type="http://schemas.openxmlformats.org/officeDocument/2006/relationships/image" Target="../media/image5.png"/><Relationship Id="rId5" Type="http://schemas.openxmlformats.org/officeDocument/2006/relationships/image" Target="../media/image1.png"/><Relationship Id="rId6" Type="http://schemas.openxmlformats.org/officeDocument/2006/relationships/image" Target="../media/image6.png"/><Relationship Id="rId7" Type="http://schemas.openxmlformats.org/officeDocument/2006/relationships/image" Target="../media/image10.png"/><Relationship Id="rId8" Type="http://schemas.openxmlformats.org/officeDocument/2006/relationships/image" Target="../media/image1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21.png"/><Relationship Id="rId6" Type="http://schemas.openxmlformats.org/officeDocument/2006/relationships/image" Target="../media/image25.png"/><Relationship Id="rId7" Type="http://schemas.openxmlformats.org/officeDocument/2006/relationships/image" Target="../media/image24.png"/><Relationship Id="rId8" Type="http://schemas.openxmlformats.org/officeDocument/2006/relationships/image" Target="../media/image2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2530"/>
        </a:solidFill>
      </p:bgPr>
    </p:bg>
    <p:spTree>
      <p:nvGrpSpPr>
        <p:cNvPr id="129" name="Shape 129"/>
        <p:cNvGrpSpPr/>
        <p:nvPr/>
      </p:nvGrpSpPr>
      <p:grpSpPr>
        <a:xfrm>
          <a:off x="0" y="0"/>
          <a:ext cx="0" cy="0"/>
          <a:chOff x="0" y="0"/>
          <a:chExt cx="0" cy="0"/>
        </a:xfrm>
      </p:grpSpPr>
      <p:sp>
        <p:nvSpPr>
          <p:cNvPr id="130" name="Google Shape;130;p25"/>
          <p:cNvSpPr/>
          <p:nvPr/>
        </p:nvSpPr>
        <p:spPr>
          <a:xfrm>
            <a:off x="0" y="0"/>
            <a:ext cx="9144000" cy="5143500"/>
          </a:xfrm>
          <a:prstGeom prst="rect">
            <a:avLst/>
          </a:prstGeom>
          <a:solidFill>
            <a:srgbClr val="0A2530"/>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1" name="Google Shape;131;p25"/>
          <p:cNvSpPr txBox="1"/>
          <p:nvPr/>
        </p:nvSpPr>
        <p:spPr>
          <a:xfrm>
            <a:off x="342901" y="891540"/>
            <a:ext cx="6583800" cy="1647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700">
                <a:solidFill>
                  <a:srgbClr val="C77A12"/>
                </a:solidFill>
                <a:latin typeface="Arial"/>
                <a:ea typeface="Arial"/>
                <a:cs typeface="Arial"/>
                <a:sym typeface="Arial"/>
              </a:rPr>
              <a:t>FUEL CELL TECHNOLOGY</a:t>
            </a:r>
            <a:endParaRPr sz="1100"/>
          </a:p>
        </p:txBody>
      </p:sp>
      <p:sp>
        <p:nvSpPr>
          <p:cNvPr id="132" name="Google Shape;132;p25"/>
          <p:cNvSpPr txBox="1"/>
          <p:nvPr/>
        </p:nvSpPr>
        <p:spPr>
          <a:xfrm>
            <a:off x="342901" y="1124712"/>
            <a:ext cx="7955400" cy="6858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3000">
                <a:solidFill>
                  <a:srgbClr val="FFFFFF"/>
                </a:solidFill>
                <a:latin typeface="Arial"/>
                <a:ea typeface="Arial"/>
                <a:cs typeface="Arial"/>
                <a:sym typeface="Arial"/>
              </a:rPr>
              <a:t>Fuel Cells</a:t>
            </a:r>
            <a:endParaRPr sz="1100"/>
          </a:p>
        </p:txBody>
      </p:sp>
      <p:sp>
        <p:nvSpPr>
          <p:cNvPr id="133" name="Google Shape;133;p25"/>
          <p:cNvSpPr txBox="1"/>
          <p:nvPr/>
        </p:nvSpPr>
        <p:spPr>
          <a:xfrm>
            <a:off x="342901" y="1796796"/>
            <a:ext cx="6995400" cy="2331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900">
                <a:solidFill>
                  <a:srgbClr val="9FB6C0"/>
                </a:solidFill>
                <a:latin typeface="Arial"/>
                <a:ea typeface="Arial"/>
                <a:cs typeface="Arial"/>
                <a:sym typeface="Arial"/>
              </a:rPr>
              <a:t>How they work, what they produce, and where they belong — the low-temperature cells, PEMFC and DMFC.</a:t>
            </a:r>
            <a:endParaRPr sz="1100"/>
          </a:p>
        </p:txBody>
      </p:sp>
      <p:sp>
        <p:nvSpPr>
          <p:cNvPr id="134" name="Google Shape;134;p25"/>
          <p:cNvSpPr/>
          <p:nvPr/>
        </p:nvSpPr>
        <p:spPr>
          <a:xfrm>
            <a:off x="377192" y="2331720"/>
            <a:ext cx="1960200" cy="1111200"/>
          </a:xfrm>
          <a:prstGeom prst="roundRect">
            <a:avLst>
              <a:gd fmla="val 4320" name="adj"/>
            </a:avLst>
          </a:prstGeom>
          <a:solidFill>
            <a:srgbClr val="11364A"/>
          </a:solidFill>
          <a:ln cap="flat" cmpd="sng" w="7150">
            <a:solidFill>
              <a:srgbClr val="2A5769"/>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5" name="Google Shape;135;p25"/>
          <p:cNvSpPr txBox="1"/>
          <p:nvPr/>
        </p:nvSpPr>
        <p:spPr>
          <a:xfrm>
            <a:off x="493778" y="2414016"/>
            <a:ext cx="1509000" cy="3840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2000">
                <a:solidFill>
                  <a:srgbClr val="C77A12"/>
                </a:solidFill>
                <a:latin typeface="Arial"/>
                <a:ea typeface="Arial"/>
                <a:cs typeface="Arial"/>
                <a:sym typeface="Arial"/>
              </a:rPr>
              <a:t>1.23 V</a:t>
            </a:r>
            <a:endParaRPr sz="1100"/>
          </a:p>
        </p:txBody>
      </p:sp>
      <p:sp>
        <p:nvSpPr>
          <p:cNvPr id="136" name="Google Shape;136;p25"/>
          <p:cNvSpPr txBox="1"/>
          <p:nvPr/>
        </p:nvSpPr>
        <p:spPr>
          <a:xfrm>
            <a:off x="493778" y="2798064"/>
            <a:ext cx="1727100" cy="1647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700">
                <a:solidFill>
                  <a:srgbClr val="FFFFFF"/>
                </a:solidFill>
                <a:latin typeface="Arial"/>
                <a:ea typeface="Arial"/>
                <a:cs typeface="Arial"/>
                <a:sym typeface="Arial"/>
              </a:rPr>
              <a:t>the ceiling</a:t>
            </a:r>
            <a:endParaRPr sz="1100"/>
          </a:p>
        </p:txBody>
      </p:sp>
      <p:sp>
        <p:nvSpPr>
          <p:cNvPr id="137" name="Google Shape;137;p25"/>
          <p:cNvSpPr txBox="1"/>
          <p:nvPr/>
        </p:nvSpPr>
        <p:spPr>
          <a:xfrm>
            <a:off x="493778" y="2976372"/>
            <a:ext cx="1727100" cy="3840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8CA6B2"/>
                </a:solidFill>
                <a:latin typeface="Arial"/>
                <a:ea typeface="Arial"/>
                <a:cs typeface="Arial"/>
                <a:sym typeface="Arial"/>
              </a:rPr>
              <a:t>the most the chemistry</a:t>
            </a:r>
            <a:endParaRPr sz="1100"/>
          </a:p>
          <a:p>
            <a:pPr indent="0" lvl="0" marL="0" marR="0" rtl="0" algn="l">
              <a:lnSpc>
                <a:spcPct val="101666"/>
              </a:lnSpc>
              <a:spcBef>
                <a:spcPts val="0"/>
              </a:spcBef>
              <a:spcAft>
                <a:spcPts val="0"/>
              </a:spcAft>
              <a:buNone/>
            </a:pPr>
            <a:r>
              <a:rPr b="0" i="0" lang="en" sz="700">
                <a:solidFill>
                  <a:srgbClr val="8CA6B2"/>
                </a:solidFill>
                <a:latin typeface="Arial"/>
                <a:ea typeface="Arial"/>
                <a:cs typeface="Arial"/>
                <a:sym typeface="Arial"/>
              </a:rPr>
              <a:t>can ever give</a:t>
            </a:r>
            <a:endParaRPr sz="1100"/>
          </a:p>
        </p:txBody>
      </p:sp>
      <p:sp>
        <p:nvSpPr>
          <p:cNvPr id="138" name="Google Shape;138;p25"/>
          <p:cNvSpPr/>
          <p:nvPr/>
        </p:nvSpPr>
        <p:spPr>
          <a:xfrm>
            <a:off x="2543162" y="2331720"/>
            <a:ext cx="1960200" cy="1111200"/>
          </a:xfrm>
          <a:prstGeom prst="roundRect">
            <a:avLst>
              <a:gd fmla="val 4320" name="adj"/>
            </a:avLst>
          </a:prstGeom>
          <a:solidFill>
            <a:srgbClr val="11364A"/>
          </a:solidFill>
          <a:ln cap="flat" cmpd="sng" w="7150">
            <a:solidFill>
              <a:srgbClr val="2A5769"/>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9" name="Google Shape;139;p25"/>
          <p:cNvSpPr txBox="1"/>
          <p:nvPr/>
        </p:nvSpPr>
        <p:spPr>
          <a:xfrm>
            <a:off x="2659749" y="2414016"/>
            <a:ext cx="1509000" cy="3840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2000">
                <a:solidFill>
                  <a:srgbClr val="C77A12"/>
                </a:solidFill>
                <a:latin typeface="Arial"/>
                <a:ea typeface="Arial"/>
                <a:cs typeface="Arial"/>
                <a:sym typeface="Arial"/>
              </a:rPr>
              <a:t>0.70 V</a:t>
            </a:r>
            <a:endParaRPr sz="1100"/>
          </a:p>
        </p:txBody>
      </p:sp>
      <p:sp>
        <p:nvSpPr>
          <p:cNvPr id="140" name="Google Shape;140;p25"/>
          <p:cNvSpPr txBox="1"/>
          <p:nvPr/>
        </p:nvSpPr>
        <p:spPr>
          <a:xfrm>
            <a:off x="2659749" y="2798064"/>
            <a:ext cx="1727100" cy="1647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700">
                <a:solidFill>
                  <a:srgbClr val="FFFFFF"/>
                </a:solidFill>
                <a:latin typeface="Arial"/>
                <a:ea typeface="Arial"/>
                <a:cs typeface="Arial"/>
                <a:sym typeface="Arial"/>
              </a:rPr>
              <a:t>what you get</a:t>
            </a:r>
            <a:endParaRPr sz="1100"/>
          </a:p>
        </p:txBody>
      </p:sp>
      <p:sp>
        <p:nvSpPr>
          <p:cNvPr id="141" name="Google Shape;141;p25"/>
          <p:cNvSpPr txBox="1"/>
          <p:nvPr/>
        </p:nvSpPr>
        <p:spPr>
          <a:xfrm>
            <a:off x="2659749" y="2976372"/>
            <a:ext cx="1727100" cy="3840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8CA6B2"/>
                </a:solidFill>
                <a:latin typeface="Arial"/>
                <a:ea typeface="Arial"/>
                <a:cs typeface="Arial"/>
                <a:sym typeface="Arial"/>
              </a:rPr>
              <a:t>loaded, at the design</a:t>
            </a:r>
            <a:endParaRPr sz="1100"/>
          </a:p>
          <a:p>
            <a:pPr indent="0" lvl="0" marL="0" marR="0" rtl="0" algn="l">
              <a:lnSpc>
                <a:spcPct val="101666"/>
              </a:lnSpc>
              <a:spcBef>
                <a:spcPts val="0"/>
              </a:spcBef>
              <a:spcAft>
                <a:spcPts val="0"/>
              </a:spcAft>
              <a:buNone/>
            </a:pPr>
            <a:r>
              <a:rPr b="0" i="0" lang="en" sz="700">
                <a:solidFill>
                  <a:srgbClr val="8CA6B2"/>
                </a:solidFill>
                <a:latin typeface="Arial"/>
                <a:ea typeface="Arial"/>
                <a:cs typeface="Arial"/>
                <a:sym typeface="Arial"/>
              </a:rPr>
              <a:t>operating point</a:t>
            </a:r>
            <a:endParaRPr sz="1100"/>
          </a:p>
        </p:txBody>
      </p:sp>
      <p:sp>
        <p:nvSpPr>
          <p:cNvPr id="142" name="Google Shape;142;p25"/>
          <p:cNvSpPr/>
          <p:nvPr/>
        </p:nvSpPr>
        <p:spPr>
          <a:xfrm>
            <a:off x="4709134" y="2331720"/>
            <a:ext cx="1960200" cy="1111200"/>
          </a:xfrm>
          <a:prstGeom prst="roundRect">
            <a:avLst>
              <a:gd fmla="val 4320" name="adj"/>
            </a:avLst>
          </a:prstGeom>
          <a:solidFill>
            <a:srgbClr val="11364A"/>
          </a:solidFill>
          <a:ln cap="flat" cmpd="sng" w="7150">
            <a:solidFill>
              <a:srgbClr val="2A5769"/>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43" name="Google Shape;143;p25"/>
          <p:cNvSpPr txBox="1"/>
          <p:nvPr/>
        </p:nvSpPr>
        <p:spPr>
          <a:xfrm>
            <a:off x="4825720" y="2414016"/>
            <a:ext cx="1509000" cy="3840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2000">
                <a:solidFill>
                  <a:srgbClr val="C77A12"/>
                </a:solidFill>
                <a:latin typeface="Arial"/>
                <a:ea typeface="Arial"/>
                <a:cs typeface="Arial"/>
                <a:sym typeface="Arial"/>
              </a:rPr>
              <a:t>47 %</a:t>
            </a:r>
            <a:endParaRPr sz="1100"/>
          </a:p>
        </p:txBody>
      </p:sp>
      <p:sp>
        <p:nvSpPr>
          <p:cNvPr id="144" name="Google Shape;144;p25"/>
          <p:cNvSpPr txBox="1"/>
          <p:nvPr/>
        </p:nvSpPr>
        <p:spPr>
          <a:xfrm>
            <a:off x="4825720" y="2798064"/>
            <a:ext cx="1727100" cy="1647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700">
                <a:solidFill>
                  <a:srgbClr val="FFFFFF"/>
                </a:solidFill>
                <a:latin typeface="Arial"/>
                <a:ea typeface="Arial"/>
                <a:cs typeface="Arial"/>
                <a:sym typeface="Arial"/>
              </a:rPr>
              <a:t>efficiency</a:t>
            </a:r>
            <a:endParaRPr sz="1100"/>
          </a:p>
        </p:txBody>
      </p:sp>
      <p:sp>
        <p:nvSpPr>
          <p:cNvPr id="145" name="Google Shape;145;p25"/>
          <p:cNvSpPr txBox="1"/>
          <p:nvPr/>
        </p:nvSpPr>
        <p:spPr>
          <a:xfrm>
            <a:off x="4825720" y="2976372"/>
            <a:ext cx="1727100" cy="3840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8CA6B2"/>
                </a:solidFill>
                <a:latin typeface="Arial"/>
                <a:ea typeface="Arial"/>
                <a:cs typeface="Arial"/>
                <a:sym typeface="Arial"/>
              </a:rPr>
              <a:t>and it is simply</a:t>
            </a:r>
            <a:endParaRPr sz="1100"/>
          </a:p>
          <a:p>
            <a:pPr indent="0" lvl="0" marL="0" marR="0" rtl="0" algn="l">
              <a:lnSpc>
                <a:spcPct val="101666"/>
              </a:lnSpc>
              <a:spcBef>
                <a:spcPts val="0"/>
              </a:spcBef>
              <a:spcAft>
                <a:spcPts val="0"/>
              </a:spcAft>
              <a:buNone/>
            </a:pPr>
            <a:r>
              <a:rPr b="0" i="0" lang="en" sz="700">
                <a:solidFill>
                  <a:srgbClr val="8CA6B2"/>
                </a:solidFill>
                <a:latin typeface="Arial"/>
                <a:ea typeface="Arial"/>
                <a:cs typeface="Arial"/>
                <a:sym typeface="Arial"/>
              </a:rPr>
              <a:t>those two divided</a:t>
            </a:r>
            <a:endParaRPr sz="1100"/>
          </a:p>
        </p:txBody>
      </p:sp>
      <p:sp>
        <p:nvSpPr>
          <p:cNvPr id="146" name="Google Shape;146;p25"/>
          <p:cNvSpPr/>
          <p:nvPr/>
        </p:nvSpPr>
        <p:spPr>
          <a:xfrm>
            <a:off x="6875104" y="2331720"/>
            <a:ext cx="1960200" cy="1111200"/>
          </a:xfrm>
          <a:prstGeom prst="roundRect">
            <a:avLst>
              <a:gd fmla="val 4320" name="adj"/>
            </a:avLst>
          </a:prstGeom>
          <a:solidFill>
            <a:srgbClr val="11364A"/>
          </a:solidFill>
          <a:ln cap="flat" cmpd="sng" w="7150">
            <a:solidFill>
              <a:srgbClr val="2A5769"/>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47" name="Google Shape;147;p25"/>
          <p:cNvSpPr txBox="1"/>
          <p:nvPr/>
        </p:nvSpPr>
        <p:spPr>
          <a:xfrm>
            <a:off x="6991691" y="2414016"/>
            <a:ext cx="1509000" cy="3840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2000">
                <a:solidFill>
                  <a:srgbClr val="C77A12"/>
                </a:solidFill>
                <a:latin typeface="Arial"/>
                <a:ea typeface="Arial"/>
                <a:cs typeface="Arial"/>
                <a:sym typeface="Arial"/>
              </a:rPr>
              <a:t>63 kW</a:t>
            </a:r>
            <a:endParaRPr sz="1100"/>
          </a:p>
        </p:txBody>
      </p:sp>
      <p:sp>
        <p:nvSpPr>
          <p:cNvPr id="148" name="Google Shape;148;p25"/>
          <p:cNvSpPr txBox="1"/>
          <p:nvPr/>
        </p:nvSpPr>
        <p:spPr>
          <a:xfrm>
            <a:off x="6991691" y="2798064"/>
            <a:ext cx="1727100" cy="1647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700">
                <a:solidFill>
                  <a:srgbClr val="FFFFFF"/>
                </a:solidFill>
                <a:latin typeface="Arial"/>
                <a:ea typeface="Arial"/>
                <a:cs typeface="Arial"/>
                <a:sym typeface="Arial"/>
              </a:rPr>
              <a:t>of heat</a:t>
            </a:r>
            <a:endParaRPr sz="1100"/>
          </a:p>
        </p:txBody>
      </p:sp>
      <p:sp>
        <p:nvSpPr>
          <p:cNvPr id="149" name="Google Shape;149;p25"/>
          <p:cNvSpPr txBox="1"/>
          <p:nvPr/>
        </p:nvSpPr>
        <p:spPr>
          <a:xfrm>
            <a:off x="6991691" y="2976372"/>
            <a:ext cx="1727100" cy="3840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8CA6B2"/>
                </a:solidFill>
                <a:latin typeface="Arial"/>
                <a:ea typeface="Arial"/>
                <a:cs typeface="Arial"/>
                <a:sym typeface="Arial"/>
              </a:rPr>
              <a:t>from a stack making</a:t>
            </a:r>
            <a:endParaRPr sz="1100"/>
          </a:p>
          <a:p>
            <a:pPr indent="0" lvl="0" marL="0" marR="0" rtl="0" algn="l">
              <a:lnSpc>
                <a:spcPct val="101666"/>
              </a:lnSpc>
              <a:spcBef>
                <a:spcPts val="0"/>
              </a:spcBef>
              <a:spcAft>
                <a:spcPts val="0"/>
              </a:spcAft>
              <a:buNone/>
            </a:pPr>
            <a:r>
              <a:rPr b="0" i="0" lang="en" sz="700">
                <a:solidFill>
                  <a:srgbClr val="8CA6B2"/>
                </a:solidFill>
                <a:latin typeface="Arial"/>
                <a:ea typeface="Arial"/>
                <a:cs typeface="Arial"/>
                <a:sym typeface="Arial"/>
              </a:rPr>
              <a:t>56 kW of electricity</a:t>
            </a:r>
            <a:endParaRPr sz="1100"/>
          </a:p>
        </p:txBody>
      </p:sp>
      <p:sp>
        <p:nvSpPr>
          <p:cNvPr id="150" name="Google Shape;150;p25"/>
          <p:cNvSpPr txBox="1"/>
          <p:nvPr/>
        </p:nvSpPr>
        <p:spPr>
          <a:xfrm>
            <a:off x="342901" y="3717036"/>
            <a:ext cx="8389500" cy="1647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700">
                <a:solidFill>
                  <a:srgbClr val="C77A12"/>
                </a:solidFill>
                <a:latin typeface="Arial"/>
                <a:ea typeface="Arial"/>
                <a:cs typeface="Arial"/>
                <a:sym typeface="Arial"/>
              </a:rPr>
              <a:t>WHAT THIS COVERS</a:t>
            </a:r>
            <a:endParaRPr sz="1100"/>
          </a:p>
        </p:txBody>
      </p:sp>
      <p:sp>
        <p:nvSpPr>
          <p:cNvPr id="151" name="Google Shape;151;p25"/>
          <p:cNvSpPr txBox="1"/>
          <p:nvPr/>
        </p:nvSpPr>
        <p:spPr>
          <a:xfrm>
            <a:off x="342901" y="3922776"/>
            <a:ext cx="754500" cy="1782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800">
                <a:solidFill>
                  <a:srgbClr val="7E97A2"/>
                </a:solidFill>
                <a:latin typeface="Arial"/>
                <a:ea typeface="Arial"/>
                <a:cs typeface="Arial"/>
                <a:sym typeface="Arial"/>
              </a:rPr>
              <a:t>1 – 4</a:t>
            </a:r>
            <a:endParaRPr sz="1100"/>
          </a:p>
        </p:txBody>
      </p:sp>
      <p:sp>
        <p:nvSpPr>
          <p:cNvPr id="152" name="Google Shape;152;p25"/>
          <p:cNvSpPr txBox="1"/>
          <p:nvPr/>
        </p:nvSpPr>
        <p:spPr>
          <a:xfrm>
            <a:off x="1097285" y="3922776"/>
            <a:ext cx="7406700" cy="1782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800">
                <a:solidFill>
                  <a:srgbClr val="9FB6C0"/>
                </a:solidFill>
                <a:latin typeface="Arial"/>
                <a:ea typeface="Arial"/>
                <a:cs typeface="Arial"/>
                <a:sym typeface="Arial"/>
              </a:rPr>
              <a:t>What a fuel cell is, the main types, and what they look like</a:t>
            </a:r>
            <a:endParaRPr sz="1100"/>
          </a:p>
        </p:txBody>
      </p:sp>
      <p:sp>
        <p:nvSpPr>
          <p:cNvPr id="153" name="Google Shape;153;p25"/>
          <p:cNvSpPr txBox="1"/>
          <p:nvPr/>
        </p:nvSpPr>
        <p:spPr>
          <a:xfrm>
            <a:off x="342901" y="4128516"/>
            <a:ext cx="754500" cy="1782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800">
                <a:solidFill>
                  <a:srgbClr val="7E97A2"/>
                </a:solidFill>
                <a:latin typeface="Arial"/>
                <a:ea typeface="Arial"/>
                <a:cs typeface="Arial"/>
                <a:sym typeface="Arial"/>
              </a:rPr>
              <a:t>5 – 6</a:t>
            </a:r>
            <a:endParaRPr sz="1100"/>
          </a:p>
        </p:txBody>
      </p:sp>
      <p:sp>
        <p:nvSpPr>
          <p:cNvPr id="154" name="Google Shape;154;p25"/>
          <p:cNvSpPr txBox="1"/>
          <p:nvPr/>
        </p:nvSpPr>
        <p:spPr>
          <a:xfrm>
            <a:off x="1097285" y="4128516"/>
            <a:ext cx="7406700" cy="1782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800">
                <a:solidFill>
                  <a:srgbClr val="9FB6C0"/>
                </a:solidFill>
                <a:latin typeface="Arial"/>
                <a:ea typeface="Arial"/>
                <a:cs typeface="Arial"/>
                <a:sym typeface="Arial"/>
              </a:rPr>
              <a:t>How a PEMFC works, the direct-methanol variant, and how to choose</a:t>
            </a:r>
            <a:endParaRPr sz="1100"/>
          </a:p>
        </p:txBody>
      </p:sp>
      <p:sp>
        <p:nvSpPr>
          <p:cNvPr id="155" name="Google Shape;155;p25"/>
          <p:cNvSpPr txBox="1"/>
          <p:nvPr/>
        </p:nvSpPr>
        <p:spPr>
          <a:xfrm>
            <a:off x="342901" y="4334255"/>
            <a:ext cx="754500" cy="1782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800">
                <a:solidFill>
                  <a:srgbClr val="7E97A2"/>
                </a:solidFill>
                <a:latin typeface="Arial"/>
                <a:ea typeface="Arial"/>
                <a:cs typeface="Arial"/>
                <a:sym typeface="Arial"/>
              </a:rPr>
              <a:t>7 – 8</a:t>
            </a:r>
            <a:endParaRPr sz="1100"/>
          </a:p>
        </p:txBody>
      </p:sp>
      <p:sp>
        <p:nvSpPr>
          <p:cNvPr id="156" name="Google Shape;156;p25"/>
          <p:cNvSpPr txBox="1"/>
          <p:nvPr/>
        </p:nvSpPr>
        <p:spPr>
          <a:xfrm>
            <a:off x="1088537" y="4334255"/>
            <a:ext cx="7406700" cy="1782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800">
                <a:solidFill>
                  <a:srgbClr val="9FB6C0"/>
                </a:solidFill>
                <a:latin typeface="Arial"/>
                <a:ea typeface="Arial"/>
                <a:cs typeface="Arial"/>
                <a:sym typeface="Arial"/>
              </a:rPr>
              <a:t>The polarisation curve, and the numbers it produces</a:t>
            </a:r>
            <a:endParaRPr sz="1100"/>
          </a:p>
        </p:txBody>
      </p:sp>
      <p:sp>
        <p:nvSpPr>
          <p:cNvPr id="157" name="Google Shape;157;p25"/>
          <p:cNvSpPr txBox="1"/>
          <p:nvPr/>
        </p:nvSpPr>
        <p:spPr>
          <a:xfrm>
            <a:off x="342901" y="4539995"/>
            <a:ext cx="754500" cy="1782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800">
                <a:solidFill>
                  <a:srgbClr val="7E97A2"/>
                </a:solidFill>
                <a:latin typeface="Arial"/>
                <a:ea typeface="Arial"/>
                <a:cs typeface="Arial"/>
                <a:sym typeface="Arial"/>
              </a:rPr>
              <a:t>9 – 10</a:t>
            </a:r>
            <a:endParaRPr sz="1100"/>
          </a:p>
        </p:txBody>
      </p:sp>
      <p:sp>
        <p:nvSpPr>
          <p:cNvPr id="158" name="Google Shape;158;p25"/>
          <p:cNvSpPr txBox="1"/>
          <p:nvPr/>
        </p:nvSpPr>
        <p:spPr>
          <a:xfrm>
            <a:off x="1088537" y="4539995"/>
            <a:ext cx="7406700" cy="1782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800">
                <a:solidFill>
                  <a:srgbClr val="9FB6C0"/>
                </a:solidFill>
                <a:latin typeface="Arial"/>
                <a:ea typeface="Arial"/>
                <a:cs typeface="Arial"/>
                <a:sym typeface="Arial"/>
              </a:rPr>
              <a:t>The system around the stack, and where the technology belongs, embedded part of </a:t>
            </a:r>
            <a:r>
              <a:rPr lang="en" sz="800">
                <a:solidFill>
                  <a:srgbClr val="9FB6C0"/>
                </a:solidFill>
              </a:rPr>
              <a:t>(µC)</a:t>
            </a:r>
            <a:endParaRPr sz="1100"/>
          </a:p>
        </p:txBody>
      </p:sp>
      <p:sp>
        <p:nvSpPr>
          <p:cNvPr id="159" name="Google Shape;159;p25"/>
          <p:cNvSpPr txBox="1"/>
          <p:nvPr/>
        </p:nvSpPr>
        <p:spPr>
          <a:xfrm>
            <a:off x="329100" y="4744880"/>
            <a:ext cx="754500" cy="1782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lang="en" sz="800">
                <a:solidFill>
                  <a:srgbClr val="7E97A2"/>
                </a:solidFill>
              </a:rPr>
              <a:t>11</a:t>
            </a:r>
            <a:r>
              <a:rPr b="1" i="0" lang="en" sz="800">
                <a:solidFill>
                  <a:srgbClr val="7E97A2"/>
                </a:solidFill>
                <a:latin typeface="Arial"/>
                <a:ea typeface="Arial"/>
                <a:cs typeface="Arial"/>
                <a:sym typeface="Arial"/>
              </a:rPr>
              <a:t> – 1</a:t>
            </a:r>
            <a:r>
              <a:rPr b="1" lang="en" sz="800">
                <a:solidFill>
                  <a:srgbClr val="7E97A2"/>
                </a:solidFill>
              </a:rPr>
              <a:t>4</a:t>
            </a:r>
            <a:endParaRPr sz="1100"/>
          </a:p>
        </p:txBody>
      </p:sp>
      <p:sp>
        <p:nvSpPr>
          <p:cNvPr id="160" name="Google Shape;160;p25"/>
          <p:cNvSpPr txBox="1"/>
          <p:nvPr/>
        </p:nvSpPr>
        <p:spPr>
          <a:xfrm>
            <a:off x="1092230" y="4753627"/>
            <a:ext cx="7406700" cy="1782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lang="en" sz="800">
                <a:solidFill>
                  <a:srgbClr val="9FB6C0"/>
                </a:solidFill>
              </a:rPr>
              <a:t>Advantages, Drawbacks and Applications with future scope</a:t>
            </a:r>
            <a:endParaRPr sz="11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6"/>
          <p:cNvSpPr txBox="1"/>
          <p:nvPr/>
        </p:nvSpPr>
        <p:spPr>
          <a:xfrm>
            <a:off x="342901" y="274320"/>
            <a:ext cx="8389500" cy="1509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700">
                <a:solidFill>
                  <a:srgbClr val="C77A12"/>
                </a:solidFill>
                <a:latin typeface="Arial"/>
                <a:ea typeface="Arial"/>
                <a:cs typeface="Arial"/>
                <a:sym typeface="Arial"/>
              </a:rPr>
              <a:t>01 · FOUNDATIONS</a:t>
            </a:r>
            <a:endParaRPr sz="1100"/>
          </a:p>
        </p:txBody>
      </p:sp>
      <p:sp>
        <p:nvSpPr>
          <p:cNvPr id="167" name="Google Shape;167;p26"/>
          <p:cNvSpPr txBox="1"/>
          <p:nvPr/>
        </p:nvSpPr>
        <p:spPr>
          <a:xfrm>
            <a:off x="342901" y="452628"/>
            <a:ext cx="8458200" cy="3708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2000">
                <a:solidFill>
                  <a:srgbClr val="14303F"/>
                </a:solidFill>
                <a:latin typeface="Arial"/>
                <a:ea typeface="Arial"/>
                <a:cs typeface="Arial"/>
                <a:sym typeface="Arial"/>
              </a:rPr>
              <a:t>What is inside a fuel cell</a:t>
            </a:r>
            <a:endParaRPr sz="1100"/>
          </a:p>
        </p:txBody>
      </p:sp>
      <p:sp>
        <p:nvSpPr>
          <p:cNvPr id="168" name="Google Shape;168;p26"/>
          <p:cNvSpPr txBox="1"/>
          <p:nvPr/>
        </p:nvSpPr>
        <p:spPr>
          <a:xfrm>
            <a:off x="342901" y="795909"/>
            <a:ext cx="8458200" cy="2022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900">
                <a:solidFill>
                  <a:srgbClr val="5A6B75"/>
                </a:solidFill>
                <a:latin typeface="Arial"/>
                <a:ea typeface="Arial"/>
                <a:cs typeface="Arial"/>
                <a:sym typeface="Arial"/>
              </a:rPr>
              <a:t>A layered device. The membrane passes protons and blocks electrons — that one asymmetry is what makes a current.</a:t>
            </a:r>
            <a:endParaRPr sz="1100"/>
          </a:p>
        </p:txBody>
      </p:sp>
      <p:sp>
        <p:nvSpPr>
          <p:cNvPr id="169" name="Google Shape;169;p26"/>
          <p:cNvSpPr/>
          <p:nvPr/>
        </p:nvSpPr>
        <p:spPr>
          <a:xfrm>
            <a:off x="1405895" y="1385316"/>
            <a:ext cx="857400" cy="891600"/>
          </a:xfrm>
          <a:prstGeom prst="roundRect">
            <a:avLst>
              <a:gd fmla="val 4000" name="adj"/>
            </a:avLst>
          </a:prstGeom>
          <a:solidFill>
            <a:srgbClr val="FFFFFF"/>
          </a:solidFill>
          <a:ln cap="flat" cmpd="sng" w="16675">
            <a:solidFill>
              <a:srgbClr val="5A6B75"/>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70" name="Google Shape;170;p26"/>
          <p:cNvSpPr txBox="1"/>
          <p:nvPr/>
        </p:nvSpPr>
        <p:spPr>
          <a:xfrm>
            <a:off x="1440185" y="1385316"/>
            <a:ext cx="788700" cy="891600"/>
          </a:xfrm>
          <a:prstGeom prst="rect">
            <a:avLst/>
          </a:prstGeom>
          <a:noFill/>
          <a:ln>
            <a:noFill/>
          </a:ln>
        </p:spPr>
        <p:txBody>
          <a:bodyPr anchorCtr="0" anchor="ctr" bIns="34275" lIns="34275" spcFirstLastPara="1" rIns="34275" wrap="square" tIns="34275">
            <a:noAutofit/>
          </a:bodyPr>
          <a:lstStyle/>
          <a:p>
            <a:pPr indent="0" lvl="0" marL="0" marR="0" rtl="0" algn="ctr">
              <a:lnSpc>
                <a:spcPct val="101666"/>
              </a:lnSpc>
              <a:spcBef>
                <a:spcPts val="0"/>
              </a:spcBef>
              <a:spcAft>
                <a:spcPts val="0"/>
              </a:spcAft>
              <a:buNone/>
            </a:pPr>
            <a:r>
              <a:rPr b="1" i="0" lang="en" sz="700">
                <a:solidFill>
                  <a:srgbClr val="5A6B75"/>
                </a:solidFill>
                <a:latin typeface="Arial"/>
                <a:ea typeface="Arial"/>
                <a:cs typeface="Arial"/>
                <a:sym typeface="Arial"/>
              </a:rPr>
              <a:t>Flow</a:t>
            </a:r>
            <a:endParaRPr sz="1100"/>
          </a:p>
          <a:p>
            <a:pPr indent="0" lvl="0" marL="0" marR="0" rtl="0" algn="ctr">
              <a:lnSpc>
                <a:spcPct val="101666"/>
              </a:lnSpc>
              <a:spcBef>
                <a:spcPts val="0"/>
              </a:spcBef>
              <a:spcAft>
                <a:spcPts val="0"/>
              </a:spcAft>
              <a:buNone/>
            </a:pPr>
            <a:r>
              <a:rPr b="1" i="0" lang="en" sz="700">
                <a:solidFill>
                  <a:srgbClr val="5A6B75"/>
                </a:solidFill>
                <a:latin typeface="Arial"/>
                <a:ea typeface="Arial"/>
                <a:cs typeface="Arial"/>
                <a:sym typeface="Arial"/>
              </a:rPr>
              <a:t>plate</a:t>
            </a:r>
            <a:endParaRPr sz="1100"/>
          </a:p>
        </p:txBody>
      </p:sp>
      <p:sp>
        <p:nvSpPr>
          <p:cNvPr id="171" name="Google Shape;171;p26"/>
          <p:cNvSpPr/>
          <p:nvPr/>
        </p:nvSpPr>
        <p:spPr>
          <a:xfrm>
            <a:off x="2331730" y="1385316"/>
            <a:ext cx="685800" cy="891600"/>
          </a:xfrm>
          <a:prstGeom prst="roundRect">
            <a:avLst>
              <a:gd fmla="val 5000" name="adj"/>
            </a:avLst>
          </a:prstGeom>
          <a:solidFill>
            <a:srgbClr val="FFFFFF"/>
          </a:solidFill>
          <a:ln cap="flat" cmpd="sng" w="16675">
            <a:solidFill>
              <a:srgbClr val="1F6FA8"/>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72" name="Google Shape;172;p26"/>
          <p:cNvSpPr txBox="1"/>
          <p:nvPr/>
        </p:nvSpPr>
        <p:spPr>
          <a:xfrm>
            <a:off x="2366019" y="1385316"/>
            <a:ext cx="617100" cy="891600"/>
          </a:xfrm>
          <a:prstGeom prst="rect">
            <a:avLst/>
          </a:prstGeom>
          <a:noFill/>
          <a:ln>
            <a:noFill/>
          </a:ln>
        </p:spPr>
        <p:txBody>
          <a:bodyPr anchorCtr="0" anchor="ctr" bIns="34275" lIns="34275" spcFirstLastPara="1" rIns="34275" wrap="square" tIns="34275">
            <a:noAutofit/>
          </a:bodyPr>
          <a:lstStyle/>
          <a:p>
            <a:pPr indent="0" lvl="0" marL="0" marR="0" rtl="0" algn="ctr">
              <a:lnSpc>
                <a:spcPct val="101666"/>
              </a:lnSpc>
              <a:spcBef>
                <a:spcPts val="0"/>
              </a:spcBef>
              <a:spcAft>
                <a:spcPts val="0"/>
              </a:spcAft>
              <a:buNone/>
            </a:pPr>
            <a:r>
              <a:rPr b="1" i="0" lang="en" sz="700">
                <a:solidFill>
                  <a:srgbClr val="1F6FA8"/>
                </a:solidFill>
                <a:latin typeface="Arial"/>
                <a:ea typeface="Arial"/>
                <a:cs typeface="Arial"/>
                <a:sym typeface="Arial"/>
              </a:rPr>
              <a:t>GDL</a:t>
            </a:r>
            <a:endParaRPr sz="1100"/>
          </a:p>
        </p:txBody>
      </p:sp>
      <p:sp>
        <p:nvSpPr>
          <p:cNvPr id="173" name="Google Shape;173;p26"/>
          <p:cNvSpPr/>
          <p:nvPr/>
        </p:nvSpPr>
        <p:spPr>
          <a:xfrm>
            <a:off x="3086113" y="1385316"/>
            <a:ext cx="768300" cy="891600"/>
          </a:xfrm>
          <a:prstGeom prst="roundRect">
            <a:avLst>
              <a:gd fmla="val 4464" name="adj"/>
            </a:avLst>
          </a:prstGeom>
          <a:solidFill>
            <a:srgbClr val="FFFFFF"/>
          </a:solidFill>
          <a:ln cap="flat" cmpd="sng" w="16675">
            <a:solidFill>
              <a:srgbClr val="C77A12"/>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74" name="Google Shape;174;p26"/>
          <p:cNvSpPr txBox="1"/>
          <p:nvPr/>
        </p:nvSpPr>
        <p:spPr>
          <a:xfrm>
            <a:off x="3120403" y="1385316"/>
            <a:ext cx="699600" cy="891600"/>
          </a:xfrm>
          <a:prstGeom prst="rect">
            <a:avLst/>
          </a:prstGeom>
          <a:noFill/>
          <a:ln>
            <a:noFill/>
          </a:ln>
        </p:spPr>
        <p:txBody>
          <a:bodyPr anchorCtr="0" anchor="ctr" bIns="34275" lIns="34275" spcFirstLastPara="1" rIns="34275" wrap="square" tIns="34275">
            <a:noAutofit/>
          </a:bodyPr>
          <a:lstStyle/>
          <a:p>
            <a:pPr indent="0" lvl="0" marL="0" marR="0" rtl="0" algn="ctr">
              <a:lnSpc>
                <a:spcPct val="101666"/>
              </a:lnSpc>
              <a:spcBef>
                <a:spcPts val="0"/>
              </a:spcBef>
              <a:spcAft>
                <a:spcPts val="0"/>
              </a:spcAft>
              <a:buNone/>
            </a:pPr>
            <a:r>
              <a:rPr b="1" i="0" lang="en" sz="700">
                <a:solidFill>
                  <a:srgbClr val="C77A12"/>
                </a:solidFill>
                <a:latin typeface="Arial"/>
                <a:ea typeface="Arial"/>
                <a:cs typeface="Arial"/>
                <a:sym typeface="Arial"/>
              </a:rPr>
              <a:t>Catalyst</a:t>
            </a:r>
            <a:endParaRPr sz="1100"/>
          </a:p>
        </p:txBody>
      </p:sp>
      <p:sp>
        <p:nvSpPr>
          <p:cNvPr id="175" name="Google Shape;175;p26"/>
          <p:cNvSpPr/>
          <p:nvPr/>
        </p:nvSpPr>
        <p:spPr>
          <a:xfrm>
            <a:off x="3922792" y="1385316"/>
            <a:ext cx="1028700" cy="891600"/>
          </a:xfrm>
          <a:prstGeom prst="roundRect">
            <a:avLst>
              <a:gd fmla="val 3846" name="adj"/>
            </a:avLst>
          </a:prstGeom>
          <a:solidFill>
            <a:srgbClr val="E6F2F3"/>
          </a:solidFill>
          <a:ln cap="flat" cmpd="sng" w="16675">
            <a:solidFill>
              <a:srgbClr val="0E7C86"/>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76" name="Google Shape;176;p26"/>
          <p:cNvSpPr txBox="1"/>
          <p:nvPr/>
        </p:nvSpPr>
        <p:spPr>
          <a:xfrm>
            <a:off x="3957082" y="1385316"/>
            <a:ext cx="960000" cy="891600"/>
          </a:xfrm>
          <a:prstGeom prst="rect">
            <a:avLst/>
          </a:prstGeom>
          <a:noFill/>
          <a:ln>
            <a:noFill/>
          </a:ln>
        </p:spPr>
        <p:txBody>
          <a:bodyPr anchorCtr="0" anchor="ctr" bIns="34275" lIns="34275" spcFirstLastPara="1" rIns="34275" wrap="square" tIns="34275">
            <a:noAutofit/>
          </a:bodyPr>
          <a:lstStyle/>
          <a:p>
            <a:pPr indent="0" lvl="0" marL="0" marR="0" rtl="0" algn="ctr">
              <a:lnSpc>
                <a:spcPct val="101666"/>
              </a:lnSpc>
              <a:spcBef>
                <a:spcPts val="0"/>
              </a:spcBef>
              <a:spcAft>
                <a:spcPts val="0"/>
              </a:spcAft>
              <a:buNone/>
            </a:pPr>
            <a:r>
              <a:rPr b="1" i="0" lang="en" sz="700">
                <a:solidFill>
                  <a:srgbClr val="0E7C86"/>
                </a:solidFill>
                <a:latin typeface="Arial"/>
                <a:ea typeface="Arial"/>
                <a:cs typeface="Arial"/>
                <a:sym typeface="Arial"/>
              </a:rPr>
              <a:t>Membrane</a:t>
            </a:r>
            <a:endParaRPr sz="1100"/>
          </a:p>
          <a:p>
            <a:pPr indent="0" lvl="0" marL="0" marR="0" rtl="0" algn="ctr">
              <a:lnSpc>
                <a:spcPct val="101666"/>
              </a:lnSpc>
              <a:spcBef>
                <a:spcPts val="0"/>
              </a:spcBef>
              <a:spcAft>
                <a:spcPts val="0"/>
              </a:spcAft>
              <a:buNone/>
            </a:pPr>
            <a:r>
              <a:rPr b="1" i="0" lang="en" sz="700">
                <a:solidFill>
                  <a:srgbClr val="0E7C86"/>
                </a:solidFill>
                <a:latin typeface="Arial"/>
                <a:ea typeface="Arial"/>
                <a:cs typeface="Arial"/>
                <a:sym typeface="Arial"/>
              </a:rPr>
              <a:t>(PEM)</a:t>
            </a:r>
            <a:endParaRPr sz="1100"/>
          </a:p>
        </p:txBody>
      </p:sp>
      <p:sp>
        <p:nvSpPr>
          <p:cNvPr id="177" name="Google Shape;177;p26"/>
          <p:cNvSpPr/>
          <p:nvPr/>
        </p:nvSpPr>
        <p:spPr>
          <a:xfrm>
            <a:off x="5020077" y="1385316"/>
            <a:ext cx="768300" cy="891600"/>
          </a:xfrm>
          <a:prstGeom prst="roundRect">
            <a:avLst>
              <a:gd fmla="val 4464" name="adj"/>
            </a:avLst>
          </a:prstGeom>
          <a:solidFill>
            <a:srgbClr val="FFFFFF"/>
          </a:solidFill>
          <a:ln cap="flat" cmpd="sng" w="16675">
            <a:solidFill>
              <a:srgbClr val="C77A12"/>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78" name="Google Shape;178;p26"/>
          <p:cNvSpPr txBox="1"/>
          <p:nvPr/>
        </p:nvSpPr>
        <p:spPr>
          <a:xfrm>
            <a:off x="5054367" y="1385316"/>
            <a:ext cx="699600" cy="891600"/>
          </a:xfrm>
          <a:prstGeom prst="rect">
            <a:avLst/>
          </a:prstGeom>
          <a:noFill/>
          <a:ln>
            <a:noFill/>
          </a:ln>
        </p:spPr>
        <p:txBody>
          <a:bodyPr anchorCtr="0" anchor="ctr" bIns="34275" lIns="34275" spcFirstLastPara="1" rIns="34275" wrap="square" tIns="34275">
            <a:noAutofit/>
          </a:bodyPr>
          <a:lstStyle/>
          <a:p>
            <a:pPr indent="0" lvl="0" marL="0" marR="0" rtl="0" algn="ctr">
              <a:lnSpc>
                <a:spcPct val="101666"/>
              </a:lnSpc>
              <a:spcBef>
                <a:spcPts val="0"/>
              </a:spcBef>
              <a:spcAft>
                <a:spcPts val="0"/>
              </a:spcAft>
              <a:buNone/>
            </a:pPr>
            <a:r>
              <a:rPr b="1" i="0" lang="en" sz="700">
                <a:solidFill>
                  <a:srgbClr val="C77A12"/>
                </a:solidFill>
                <a:latin typeface="Arial"/>
                <a:ea typeface="Arial"/>
                <a:cs typeface="Arial"/>
                <a:sym typeface="Arial"/>
              </a:rPr>
              <a:t>Catalyst</a:t>
            </a:r>
            <a:endParaRPr sz="1100"/>
          </a:p>
        </p:txBody>
      </p:sp>
      <p:sp>
        <p:nvSpPr>
          <p:cNvPr id="179" name="Google Shape;179;p26"/>
          <p:cNvSpPr/>
          <p:nvPr/>
        </p:nvSpPr>
        <p:spPr>
          <a:xfrm>
            <a:off x="5856756" y="1385316"/>
            <a:ext cx="685800" cy="891600"/>
          </a:xfrm>
          <a:prstGeom prst="roundRect">
            <a:avLst>
              <a:gd fmla="val 5000" name="adj"/>
            </a:avLst>
          </a:prstGeom>
          <a:solidFill>
            <a:srgbClr val="FFFFFF"/>
          </a:solidFill>
          <a:ln cap="flat" cmpd="sng" w="16675">
            <a:solidFill>
              <a:srgbClr val="1F6FA8"/>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80" name="Google Shape;180;p26"/>
          <p:cNvSpPr txBox="1"/>
          <p:nvPr/>
        </p:nvSpPr>
        <p:spPr>
          <a:xfrm>
            <a:off x="5891046" y="1385316"/>
            <a:ext cx="617100" cy="891600"/>
          </a:xfrm>
          <a:prstGeom prst="rect">
            <a:avLst/>
          </a:prstGeom>
          <a:noFill/>
          <a:ln>
            <a:noFill/>
          </a:ln>
        </p:spPr>
        <p:txBody>
          <a:bodyPr anchorCtr="0" anchor="ctr" bIns="34275" lIns="34275" spcFirstLastPara="1" rIns="34275" wrap="square" tIns="34275">
            <a:noAutofit/>
          </a:bodyPr>
          <a:lstStyle/>
          <a:p>
            <a:pPr indent="0" lvl="0" marL="0" marR="0" rtl="0" algn="ctr">
              <a:lnSpc>
                <a:spcPct val="101666"/>
              </a:lnSpc>
              <a:spcBef>
                <a:spcPts val="0"/>
              </a:spcBef>
              <a:spcAft>
                <a:spcPts val="0"/>
              </a:spcAft>
              <a:buNone/>
            </a:pPr>
            <a:r>
              <a:rPr b="1" i="0" lang="en" sz="700">
                <a:solidFill>
                  <a:srgbClr val="1F6FA8"/>
                </a:solidFill>
                <a:latin typeface="Arial"/>
                <a:ea typeface="Arial"/>
                <a:cs typeface="Arial"/>
                <a:sym typeface="Arial"/>
              </a:rPr>
              <a:t>GDL</a:t>
            </a:r>
            <a:endParaRPr sz="1100"/>
          </a:p>
        </p:txBody>
      </p:sp>
      <p:sp>
        <p:nvSpPr>
          <p:cNvPr id="181" name="Google Shape;181;p26"/>
          <p:cNvSpPr/>
          <p:nvPr/>
        </p:nvSpPr>
        <p:spPr>
          <a:xfrm>
            <a:off x="6611139" y="1385316"/>
            <a:ext cx="857400" cy="891600"/>
          </a:xfrm>
          <a:prstGeom prst="roundRect">
            <a:avLst>
              <a:gd fmla="val 4000" name="adj"/>
            </a:avLst>
          </a:prstGeom>
          <a:solidFill>
            <a:srgbClr val="FFFFFF"/>
          </a:solidFill>
          <a:ln cap="flat" cmpd="sng" w="16675">
            <a:solidFill>
              <a:srgbClr val="5A6B75"/>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82" name="Google Shape;182;p26"/>
          <p:cNvSpPr txBox="1"/>
          <p:nvPr/>
        </p:nvSpPr>
        <p:spPr>
          <a:xfrm>
            <a:off x="6645429" y="1385316"/>
            <a:ext cx="788700" cy="891600"/>
          </a:xfrm>
          <a:prstGeom prst="rect">
            <a:avLst/>
          </a:prstGeom>
          <a:noFill/>
          <a:ln>
            <a:noFill/>
          </a:ln>
        </p:spPr>
        <p:txBody>
          <a:bodyPr anchorCtr="0" anchor="ctr" bIns="34275" lIns="34275" spcFirstLastPara="1" rIns="34275" wrap="square" tIns="34275">
            <a:noAutofit/>
          </a:bodyPr>
          <a:lstStyle/>
          <a:p>
            <a:pPr indent="0" lvl="0" marL="0" marR="0" rtl="0" algn="ctr">
              <a:lnSpc>
                <a:spcPct val="101666"/>
              </a:lnSpc>
              <a:spcBef>
                <a:spcPts val="0"/>
              </a:spcBef>
              <a:spcAft>
                <a:spcPts val="0"/>
              </a:spcAft>
              <a:buNone/>
            </a:pPr>
            <a:r>
              <a:rPr b="1" i="0" lang="en" sz="700">
                <a:solidFill>
                  <a:srgbClr val="5A6B75"/>
                </a:solidFill>
                <a:latin typeface="Arial"/>
                <a:ea typeface="Arial"/>
                <a:cs typeface="Arial"/>
                <a:sym typeface="Arial"/>
              </a:rPr>
              <a:t>Flow</a:t>
            </a:r>
            <a:endParaRPr sz="1100"/>
          </a:p>
          <a:p>
            <a:pPr indent="0" lvl="0" marL="0" marR="0" rtl="0" algn="ctr">
              <a:lnSpc>
                <a:spcPct val="101666"/>
              </a:lnSpc>
              <a:spcBef>
                <a:spcPts val="0"/>
              </a:spcBef>
              <a:spcAft>
                <a:spcPts val="0"/>
              </a:spcAft>
              <a:buNone/>
            </a:pPr>
            <a:r>
              <a:rPr b="1" i="0" lang="en" sz="700">
                <a:solidFill>
                  <a:srgbClr val="5A6B75"/>
                </a:solidFill>
                <a:latin typeface="Arial"/>
                <a:ea typeface="Arial"/>
                <a:cs typeface="Arial"/>
                <a:sym typeface="Arial"/>
              </a:rPr>
              <a:t>plate</a:t>
            </a:r>
            <a:endParaRPr sz="1100"/>
          </a:p>
        </p:txBody>
      </p:sp>
      <p:sp>
        <p:nvSpPr>
          <p:cNvPr id="183" name="Google Shape;183;p26"/>
          <p:cNvSpPr txBox="1"/>
          <p:nvPr/>
        </p:nvSpPr>
        <p:spPr>
          <a:xfrm>
            <a:off x="342901" y="1591056"/>
            <a:ext cx="891600" cy="329100"/>
          </a:xfrm>
          <a:prstGeom prst="rect">
            <a:avLst/>
          </a:prstGeom>
          <a:noFill/>
          <a:ln>
            <a:noFill/>
          </a:ln>
        </p:spPr>
        <p:txBody>
          <a:bodyPr anchorCtr="0" anchor="t" bIns="34275" lIns="34275" spcFirstLastPara="1" rIns="34275" wrap="square" tIns="34275">
            <a:noAutofit/>
          </a:bodyPr>
          <a:lstStyle/>
          <a:p>
            <a:pPr indent="0" lvl="0" marL="0" marR="0" rtl="0" algn="ctr">
              <a:lnSpc>
                <a:spcPct val="101666"/>
              </a:lnSpc>
              <a:spcBef>
                <a:spcPts val="0"/>
              </a:spcBef>
              <a:spcAft>
                <a:spcPts val="0"/>
              </a:spcAft>
              <a:buNone/>
            </a:pPr>
            <a:r>
              <a:rPr b="1" i="0" lang="en" sz="800">
                <a:solidFill>
                  <a:srgbClr val="B5342A"/>
                </a:solidFill>
                <a:latin typeface="Arial"/>
                <a:ea typeface="Arial"/>
                <a:cs typeface="Arial"/>
                <a:sym typeface="Arial"/>
              </a:rPr>
              <a:t>ANODE</a:t>
            </a:r>
            <a:endParaRPr sz="1100"/>
          </a:p>
          <a:p>
            <a:pPr indent="0" lvl="0" marL="0" marR="0" rtl="0" algn="ctr">
              <a:lnSpc>
                <a:spcPct val="101666"/>
              </a:lnSpc>
              <a:spcBef>
                <a:spcPts val="0"/>
              </a:spcBef>
              <a:spcAft>
                <a:spcPts val="0"/>
              </a:spcAft>
              <a:buNone/>
            </a:pPr>
            <a:r>
              <a:rPr b="1" i="0" lang="en" sz="800">
                <a:solidFill>
                  <a:srgbClr val="B5342A"/>
                </a:solidFill>
                <a:latin typeface="Arial"/>
                <a:ea typeface="Arial"/>
                <a:cs typeface="Arial"/>
                <a:sym typeface="Arial"/>
              </a:rPr>
              <a:t>H₂ in</a:t>
            </a:r>
            <a:endParaRPr sz="1100"/>
          </a:p>
        </p:txBody>
      </p:sp>
      <p:sp>
        <p:nvSpPr>
          <p:cNvPr id="184" name="Google Shape;184;p26"/>
          <p:cNvSpPr txBox="1"/>
          <p:nvPr/>
        </p:nvSpPr>
        <p:spPr>
          <a:xfrm>
            <a:off x="7749572" y="1591056"/>
            <a:ext cx="980700" cy="329100"/>
          </a:xfrm>
          <a:prstGeom prst="rect">
            <a:avLst/>
          </a:prstGeom>
          <a:noFill/>
          <a:ln>
            <a:noFill/>
          </a:ln>
        </p:spPr>
        <p:txBody>
          <a:bodyPr anchorCtr="0" anchor="t" bIns="34275" lIns="34275" spcFirstLastPara="1" rIns="34275" wrap="square" tIns="34275">
            <a:noAutofit/>
          </a:bodyPr>
          <a:lstStyle/>
          <a:p>
            <a:pPr indent="0" lvl="0" marL="0" marR="0" rtl="0" algn="ctr">
              <a:lnSpc>
                <a:spcPct val="101666"/>
              </a:lnSpc>
              <a:spcBef>
                <a:spcPts val="0"/>
              </a:spcBef>
              <a:spcAft>
                <a:spcPts val="0"/>
              </a:spcAft>
              <a:buNone/>
            </a:pPr>
            <a:r>
              <a:rPr b="1" i="0" lang="en" sz="800">
                <a:solidFill>
                  <a:srgbClr val="1F6FA8"/>
                </a:solidFill>
                <a:latin typeface="Arial"/>
                <a:ea typeface="Arial"/>
                <a:cs typeface="Arial"/>
                <a:sym typeface="Arial"/>
              </a:rPr>
              <a:t>CATHODE</a:t>
            </a:r>
            <a:endParaRPr sz="1100"/>
          </a:p>
          <a:p>
            <a:pPr indent="0" lvl="0" marL="0" marR="0" rtl="0" algn="ctr">
              <a:lnSpc>
                <a:spcPct val="101666"/>
              </a:lnSpc>
              <a:spcBef>
                <a:spcPts val="0"/>
              </a:spcBef>
              <a:spcAft>
                <a:spcPts val="0"/>
              </a:spcAft>
              <a:buNone/>
            </a:pPr>
            <a:r>
              <a:rPr b="1" i="0" lang="en" sz="800">
                <a:solidFill>
                  <a:srgbClr val="1F6FA8"/>
                </a:solidFill>
                <a:latin typeface="Arial"/>
                <a:ea typeface="Arial"/>
                <a:cs typeface="Arial"/>
                <a:sym typeface="Arial"/>
              </a:rPr>
              <a:t>air in</a:t>
            </a:r>
            <a:endParaRPr sz="1100"/>
          </a:p>
        </p:txBody>
      </p:sp>
      <p:cxnSp>
        <p:nvCxnSpPr>
          <p:cNvPr id="185" name="Google Shape;185;p26"/>
          <p:cNvCxnSpPr/>
          <p:nvPr/>
        </p:nvCxnSpPr>
        <p:spPr>
          <a:xfrm>
            <a:off x="3737625" y="2414016"/>
            <a:ext cx="1474500" cy="0"/>
          </a:xfrm>
          <a:prstGeom prst="straightConnector1">
            <a:avLst/>
          </a:prstGeom>
          <a:noFill/>
          <a:ln cap="flat" cmpd="sng" w="16675">
            <a:solidFill>
              <a:srgbClr val="0E7C86"/>
            </a:solidFill>
            <a:prstDash val="solid"/>
            <a:round/>
            <a:headEnd len="sm" w="sm" type="none"/>
            <a:tailEnd len="med" w="med" type="triangle"/>
          </a:ln>
          <a:effectLst>
            <a:outerShdw blurRad="30000" rotWithShape="0" dir="5400000" dist="15000">
              <a:srgbClr val="000000">
                <a:alpha val="38040"/>
              </a:srgbClr>
            </a:outerShdw>
          </a:effectLst>
        </p:spPr>
      </p:cxnSp>
      <p:sp>
        <p:nvSpPr>
          <p:cNvPr id="186" name="Google Shape;186;p26"/>
          <p:cNvSpPr txBox="1"/>
          <p:nvPr/>
        </p:nvSpPr>
        <p:spPr>
          <a:xfrm>
            <a:off x="3291854" y="2441448"/>
            <a:ext cx="2366100" cy="164700"/>
          </a:xfrm>
          <a:prstGeom prst="rect">
            <a:avLst/>
          </a:prstGeom>
          <a:noFill/>
          <a:ln>
            <a:noFill/>
          </a:ln>
        </p:spPr>
        <p:txBody>
          <a:bodyPr anchorCtr="0" anchor="t" bIns="34275" lIns="34275" spcFirstLastPara="1" rIns="34275" wrap="square" tIns="34275">
            <a:noAutofit/>
          </a:bodyPr>
          <a:lstStyle/>
          <a:p>
            <a:pPr indent="0" lvl="0" marL="0" marR="0" rtl="0" algn="ctr">
              <a:lnSpc>
                <a:spcPct val="101666"/>
              </a:lnSpc>
              <a:spcBef>
                <a:spcPts val="0"/>
              </a:spcBef>
              <a:spcAft>
                <a:spcPts val="0"/>
              </a:spcAft>
              <a:buNone/>
            </a:pPr>
            <a:r>
              <a:rPr b="1" i="0" lang="en" sz="700">
                <a:solidFill>
                  <a:srgbClr val="0E7C86"/>
                </a:solidFill>
                <a:latin typeface="Arial"/>
                <a:ea typeface="Arial"/>
                <a:cs typeface="Arial"/>
                <a:sym typeface="Arial"/>
              </a:rPr>
              <a:t>H+  through the membrane</a:t>
            </a:r>
            <a:endParaRPr sz="1100"/>
          </a:p>
        </p:txBody>
      </p:sp>
      <p:cxnSp>
        <p:nvCxnSpPr>
          <p:cNvPr id="187" name="Google Shape;187;p26"/>
          <p:cNvCxnSpPr/>
          <p:nvPr/>
        </p:nvCxnSpPr>
        <p:spPr>
          <a:xfrm rot="10800000">
            <a:off x="3552459" y="1330416"/>
            <a:ext cx="0" cy="54900"/>
          </a:xfrm>
          <a:prstGeom prst="straightConnector1">
            <a:avLst/>
          </a:prstGeom>
          <a:noFill/>
          <a:ln cap="flat" cmpd="sng" w="14300">
            <a:solidFill>
              <a:srgbClr val="C77A12"/>
            </a:solidFill>
            <a:prstDash val="solid"/>
            <a:round/>
            <a:headEnd len="sm" w="sm" type="none"/>
            <a:tailEnd len="sm" w="sm" type="none"/>
          </a:ln>
          <a:effectLst>
            <a:outerShdw blurRad="30000" rotWithShape="0" dir="5400000" dist="15000">
              <a:srgbClr val="000000">
                <a:alpha val="38040"/>
              </a:srgbClr>
            </a:outerShdw>
          </a:effectLst>
        </p:spPr>
      </p:cxnSp>
      <p:cxnSp>
        <p:nvCxnSpPr>
          <p:cNvPr id="188" name="Google Shape;188;p26"/>
          <p:cNvCxnSpPr/>
          <p:nvPr/>
        </p:nvCxnSpPr>
        <p:spPr>
          <a:xfrm>
            <a:off x="3552459" y="1330452"/>
            <a:ext cx="1968300" cy="0"/>
          </a:xfrm>
          <a:prstGeom prst="straightConnector1">
            <a:avLst/>
          </a:prstGeom>
          <a:noFill/>
          <a:ln cap="flat" cmpd="sng" w="14300">
            <a:solidFill>
              <a:srgbClr val="C77A12"/>
            </a:solidFill>
            <a:prstDash val="solid"/>
            <a:round/>
            <a:headEnd len="sm" w="sm" type="none"/>
            <a:tailEnd len="sm" w="sm" type="none"/>
          </a:ln>
          <a:effectLst>
            <a:outerShdw blurRad="30000" rotWithShape="0" dir="5400000" dist="15000">
              <a:srgbClr val="000000">
                <a:alpha val="38040"/>
              </a:srgbClr>
            </a:outerShdw>
          </a:effectLst>
        </p:spPr>
      </p:cxnSp>
      <p:cxnSp>
        <p:nvCxnSpPr>
          <p:cNvPr id="189" name="Google Shape;189;p26"/>
          <p:cNvCxnSpPr/>
          <p:nvPr/>
        </p:nvCxnSpPr>
        <p:spPr>
          <a:xfrm>
            <a:off x="5520713" y="1330452"/>
            <a:ext cx="0" cy="54900"/>
          </a:xfrm>
          <a:prstGeom prst="straightConnector1">
            <a:avLst/>
          </a:prstGeom>
          <a:noFill/>
          <a:ln cap="flat" cmpd="sng" w="14300">
            <a:solidFill>
              <a:srgbClr val="C77A12"/>
            </a:solidFill>
            <a:prstDash val="solid"/>
            <a:round/>
            <a:headEnd len="sm" w="sm" type="none"/>
            <a:tailEnd len="sm" w="sm" type="none"/>
          </a:ln>
          <a:effectLst>
            <a:outerShdw blurRad="30000" rotWithShape="0" dir="5400000" dist="15000">
              <a:srgbClr val="000000">
                <a:alpha val="38040"/>
              </a:srgbClr>
            </a:outerShdw>
          </a:effectLst>
        </p:spPr>
      </p:cxnSp>
      <p:sp>
        <p:nvSpPr>
          <p:cNvPr id="190" name="Google Shape;190;p26"/>
          <p:cNvSpPr txBox="1"/>
          <p:nvPr/>
        </p:nvSpPr>
        <p:spPr>
          <a:xfrm>
            <a:off x="3737625" y="1152144"/>
            <a:ext cx="1577400" cy="164700"/>
          </a:xfrm>
          <a:prstGeom prst="rect">
            <a:avLst/>
          </a:prstGeom>
          <a:noFill/>
          <a:ln>
            <a:noFill/>
          </a:ln>
        </p:spPr>
        <p:txBody>
          <a:bodyPr anchorCtr="0" anchor="t" bIns="34275" lIns="34275" spcFirstLastPara="1" rIns="34275" wrap="square" tIns="34275">
            <a:noAutofit/>
          </a:bodyPr>
          <a:lstStyle/>
          <a:p>
            <a:pPr indent="0" lvl="0" marL="0" marR="0" rtl="0" algn="ctr">
              <a:lnSpc>
                <a:spcPct val="101666"/>
              </a:lnSpc>
              <a:spcBef>
                <a:spcPts val="0"/>
              </a:spcBef>
              <a:spcAft>
                <a:spcPts val="0"/>
              </a:spcAft>
              <a:buNone/>
            </a:pPr>
            <a:r>
              <a:rPr b="1" i="0" lang="en" sz="700">
                <a:solidFill>
                  <a:srgbClr val="C77A12"/>
                </a:solidFill>
                <a:latin typeface="Arial"/>
                <a:ea typeface="Arial"/>
                <a:cs typeface="Arial"/>
                <a:sym typeface="Arial"/>
              </a:rPr>
              <a:t>e-  around the outside</a:t>
            </a:r>
            <a:endParaRPr sz="1100"/>
          </a:p>
        </p:txBody>
      </p:sp>
      <p:sp>
        <p:nvSpPr>
          <p:cNvPr id="191" name="Google Shape;191;p26"/>
          <p:cNvSpPr/>
          <p:nvPr/>
        </p:nvSpPr>
        <p:spPr>
          <a:xfrm>
            <a:off x="377192" y="2825496"/>
            <a:ext cx="2659500" cy="918900"/>
          </a:xfrm>
          <a:prstGeom prst="roundRect">
            <a:avLst>
              <a:gd fmla="val 5223" name="adj"/>
            </a:avLst>
          </a:prstGeom>
          <a:solidFill>
            <a:srgbClr val="E6F2F3"/>
          </a:solidFill>
          <a:ln cap="flat" cmpd="sng" w="7150">
            <a:solidFill>
              <a:srgbClr val="C2DEE0"/>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92" name="Google Shape;192;p26"/>
          <p:cNvSpPr txBox="1"/>
          <p:nvPr/>
        </p:nvSpPr>
        <p:spPr>
          <a:xfrm>
            <a:off x="493778" y="2946197"/>
            <a:ext cx="2426100" cy="2022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900">
                <a:solidFill>
                  <a:srgbClr val="0E7C86"/>
                </a:solidFill>
                <a:latin typeface="Arial"/>
                <a:ea typeface="Arial"/>
                <a:cs typeface="Arial"/>
                <a:sym typeface="Arial"/>
              </a:rPr>
              <a:t>Membrane</a:t>
            </a:r>
            <a:endParaRPr sz="1100"/>
          </a:p>
        </p:txBody>
      </p:sp>
      <p:sp>
        <p:nvSpPr>
          <p:cNvPr id="193" name="Google Shape;193;p26"/>
          <p:cNvSpPr txBox="1"/>
          <p:nvPr/>
        </p:nvSpPr>
        <p:spPr>
          <a:xfrm>
            <a:off x="493778" y="3127838"/>
            <a:ext cx="2426100" cy="3012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800">
                <a:solidFill>
                  <a:srgbClr val="14303F"/>
                </a:solidFill>
                <a:latin typeface="Arial"/>
                <a:ea typeface="Arial"/>
                <a:cs typeface="Arial"/>
                <a:sym typeface="Arial"/>
              </a:rPr>
              <a:t>Conducts protons, blocks electrons. It forces them out through your load — that detour is the electricity.</a:t>
            </a:r>
            <a:endParaRPr sz="1100"/>
          </a:p>
        </p:txBody>
      </p:sp>
      <p:sp>
        <p:nvSpPr>
          <p:cNvPr id="194" name="Google Shape;194;p26"/>
          <p:cNvSpPr/>
          <p:nvPr/>
        </p:nvSpPr>
        <p:spPr>
          <a:xfrm>
            <a:off x="3242338" y="2825496"/>
            <a:ext cx="2659500" cy="918900"/>
          </a:xfrm>
          <a:prstGeom prst="roundRect">
            <a:avLst>
              <a:gd fmla="val 5223" name="adj"/>
            </a:avLst>
          </a:prstGeom>
          <a:solidFill>
            <a:srgbClr val="FDF3E3"/>
          </a:solidFill>
          <a:ln cap="flat" cmpd="sng" w="7150">
            <a:solidFill>
              <a:srgbClr val="F0D7AC"/>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95" name="Google Shape;195;p26"/>
          <p:cNvSpPr txBox="1"/>
          <p:nvPr/>
        </p:nvSpPr>
        <p:spPr>
          <a:xfrm>
            <a:off x="3358925" y="2946197"/>
            <a:ext cx="2426100" cy="2022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900">
                <a:solidFill>
                  <a:srgbClr val="C77A12"/>
                </a:solidFill>
                <a:latin typeface="Arial"/>
                <a:ea typeface="Arial"/>
                <a:cs typeface="Arial"/>
                <a:sym typeface="Arial"/>
              </a:rPr>
              <a:t>Catalyst layers</a:t>
            </a:r>
            <a:endParaRPr sz="1100"/>
          </a:p>
        </p:txBody>
      </p:sp>
      <p:sp>
        <p:nvSpPr>
          <p:cNvPr id="196" name="Google Shape;196;p26"/>
          <p:cNvSpPr txBox="1"/>
          <p:nvPr/>
        </p:nvSpPr>
        <p:spPr>
          <a:xfrm>
            <a:off x="3358925" y="3127838"/>
            <a:ext cx="2426100" cy="3012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800">
                <a:solidFill>
                  <a:srgbClr val="14303F"/>
                </a:solidFill>
                <a:latin typeface="Arial"/>
                <a:ea typeface="Arial"/>
                <a:cs typeface="Arial"/>
                <a:sym typeface="Arial"/>
              </a:rPr>
              <a:t>Split hydrogen at the anode, reduce oxygen at the cathode. This is where the platinum is.</a:t>
            </a:r>
            <a:endParaRPr sz="1100"/>
          </a:p>
        </p:txBody>
      </p:sp>
      <p:sp>
        <p:nvSpPr>
          <p:cNvPr id="197" name="Google Shape;197;p26"/>
          <p:cNvSpPr/>
          <p:nvPr/>
        </p:nvSpPr>
        <p:spPr>
          <a:xfrm>
            <a:off x="6107485" y="2825496"/>
            <a:ext cx="2659500" cy="918900"/>
          </a:xfrm>
          <a:prstGeom prst="roundRect">
            <a:avLst>
              <a:gd fmla="val 5223" name="adj"/>
            </a:avLst>
          </a:prstGeom>
          <a:solidFill>
            <a:srgbClr val="F4F8FA"/>
          </a:solidFill>
          <a:ln cap="flat" cmpd="sng" w="7150">
            <a:solidFill>
              <a:srgbClr val="D5DEE3"/>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98" name="Google Shape;198;p26"/>
          <p:cNvSpPr txBox="1"/>
          <p:nvPr/>
        </p:nvSpPr>
        <p:spPr>
          <a:xfrm>
            <a:off x="6224072" y="2946197"/>
            <a:ext cx="2426100" cy="2022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900">
                <a:solidFill>
                  <a:srgbClr val="14303F"/>
                </a:solidFill>
                <a:latin typeface="Arial"/>
                <a:ea typeface="Arial"/>
                <a:cs typeface="Arial"/>
                <a:sym typeface="Arial"/>
              </a:rPr>
              <a:t>GDLs and flow plates</a:t>
            </a:r>
            <a:endParaRPr sz="1100"/>
          </a:p>
        </p:txBody>
      </p:sp>
      <p:sp>
        <p:nvSpPr>
          <p:cNvPr id="199" name="Google Shape;199;p26"/>
          <p:cNvSpPr txBox="1"/>
          <p:nvPr/>
        </p:nvSpPr>
        <p:spPr>
          <a:xfrm>
            <a:off x="6224072" y="3127838"/>
            <a:ext cx="2426100" cy="3012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lang="en" sz="800">
                <a:solidFill>
                  <a:srgbClr val="14303F"/>
                </a:solidFill>
              </a:rPr>
              <a:t>Gas Diffusion Layer s</a:t>
            </a:r>
            <a:r>
              <a:rPr b="0" i="0" lang="en" sz="800">
                <a:solidFill>
                  <a:srgbClr val="14303F"/>
                </a:solidFill>
                <a:latin typeface="Arial"/>
                <a:ea typeface="Arial"/>
                <a:cs typeface="Arial"/>
                <a:sym typeface="Arial"/>
              </a:rPr>
              <a:t>pread the gas, conduct electrons, carry coolant, and move product water out.</a:t>
            </a:r>
            <a:endParaRPr sz="1100"/>
          </a:p>
        </p:txBody>
      </p:sp>
      <p:sp>
        <p:nvSpPr>
          <p:cNvPr id="200" name="Google Shape;200;p26"/>
          <p:cNvSpPr txBox="1"/>
          <p:nvPr/>
        </p:nvSpPr>
        <p:spPr>
          <a:xfrm>
            <a:off x="342901" y="3909060"/>
            <a:ext cx="8389500" cy="1920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800">
                <a:solidFill>
                  <a:srgbClr val="14303F"/>
                </a:solidFill>
                <a:latin typeface="Arial"/>
                <a:ea typeface="Arial"/>
                <a:cs typeface="Arial"/>
                <a:sym typeface="Arial"/>
              </a:rPr>
              <a:t>Hundreds of these in series make a stack — one cell gives well under a volt, so the stack is what produces a usable bus voltage.</a:t>
            </a:r>
            <a:endParaRPr sz="1100"/>
          </a:p>
        </p:txBody>
      </p:sp>
      <p:sp>
        <p:nvSpPr>
          <p:cNvPr id="201" name="Google Shape;201;p26"/>
          <p:cNvSpPr txBox="1"/>
          <p:nvPr/>
        </p:nvSpPr>
        <p:spPr>
          <a:xfrm>
            <a:off x="342901" y="4169664"/>
            <a:ext cx="8389500" cy="2058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800">
                <a:solidFill>
                  <a:srgbClr val="5A6B75"/>
                </a:solidFill>
                <a:latin typeface="Arial"/>
                <a:ea typeface="Arial"/>
                <a:cs typeface="Arial"/>
                <a:sym typeface="Arial"/>
              </a:rPr>
              <a:t>The mental model: a thin wet ion conductor between two porous reactive layers. Everything else feeds it, cools it, or collects its current.</a:t>
            </a:r>
            <a:endParaRPr sz="11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27"/>
          <p:cNvSpPr txBox="1"/>
          <p:nvPr/>
        </p:nvSpPr>
        <p:spPr>
          <a:xfrm>
            <a:off x="342901" y="274320"/>
            <a:ext cx="8389500" cy="1509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700">
                <a:solidFill>
                  <a:srgbClr val="C77A12"/>
                </a:solidFill>
                <a:latin typeface="Arial"/>
                <a:ea typeface="Arial"/>
                <a:cs typeface="Arial"/>
                <a:sym typeface="Arial"/>
              </a:rPr>
              <a:t>01 · FOUNDATIONS</a:t>
            </a:r>
            <a:endParaRPr sz="1100"/>
          </a:p>
        </p:txBody>
      </p:sp>
      <p:sp>
        <p:nvSpPr>
          <p:cNvPr id="208" name="Google Shape;208;p27"/>
          <p:cNvSpPr txBox="1"/>
          <p:nvPr/>
        </p:nvSpPr>
        <p:spPr>
          <a:xfrm>
            <a:off x="342901" y="452628"/>
            <a:ext cx="8458200" cy="3708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2000">
                <a:solidFill>
                  <a:srgbClr val="14303F"/>
                </a:solidFill>
                <a:latin typeface="Arial"/>
                <a:ea typeface="Arial"/>
                <a:cs typeface="Arial"/>
                <a:sym typeface="Arial"/>
              </a:rPr>
              <a:t>Six types — the electrolyte decides</a:t>
            </a:r>
            <a:endParaRPr sz="1100"/>
          </a:p>
        </p:txBody>
      </p:sp>
      <p:sp>
        <p:nvSpPr>
          <p:cNvPr id="209" name="Google Shape;209;p27"/>
          <p:cNvSpPr txBox="1"/>
          <p:nvPr/>
        </p:nvSpPr>
        <p:spPr>
          <a:xfrm>
            <a:off x="342901" y="795909"/>
            <a:ext cx="8458200" cy="2022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900">
                <a:solidFill>
                  <a:srgbClr val="5A6B75"/>
                </a:solidFill>
                <a:latin typeface="Arial"/>
                <a:ea typeface="Arial"/>
                <a:cs typeface="Arial"/>
                <a:sym typeface="Arial"/>
              </a:rPr>
              <a:t>Which ion moves sets the temperature, which sets the materials, the fuel, and the application.</a:t>
            </a:r>
            <a:endParaRPr sz="1100"/>
          </a:p>
        </p:txBody>
      </p:sp>
      <p:sp>
        <p:nvSpPr>
          <p:cNvPr id="210" name="Google Shape;210;p27"/>
          <p:cNvSpPr/>
          <p:nvPr/>
        </p:nvSpPr>
        <p:spPr>
          <a:xfrm>
            <a:off x="377192" y="1234440"/>
            <a:ext cx="1680300" cy="260700"/>
          </a:xfrm>
          <a:prstGeom prst="rect">
            <a:avLst/>
          </a:prstGeom>
          <a:solidFill>
            <a:srgbClr val="14303F"/>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11" name="Google Shape;211;p27"/>
          <p:cNvSpPr txBox="1"/>
          <p:nvPr/>
        </p:nvSpPr>
        <p:spPr>
          <a:xfrm>
            <a:off x="432056" y="1234440"/>
            <a:ext cx="1570500" cy="260700"/>
          </a:xfrm>
          <a:prstGeom prst="rect">
            <a:avLst/>
          </a:prstGeom>
          <a:noFill/>
          <a:ln>
            <a:noFill/>
          </a:ln>
        </p:spPr>
        <p:txBody>
          <a:bodyPr anchorCtr="0" anchor="ctr" bIns="34275" lIns="34275" spcFirstLastPara="1" rIns="34275" wrap="square" tIns="34275">
            <a:noAutofit/>
          </a:bodyPr>
          <a:lstStyle/>
          <a:p>
            <a:pPr indent="0" lvl="0" marL="0" marR="0" rtl="0" algn="l">
              <a:lnSpc>
                <a:spcPct val="101666"/>
              </a:lnSpc>
              <a:spcBef>
                <a:spcPts val="0"/>
              </a:spcBef>
              <a:spcAft>
                <a:spcPts val="0"/>
              </a:spcAft>
              <a:buNone/>
            </a:pPr>
            <a:r>
              <a:rPr b="1" i="0" lang="en" sz="600">
                <a:solidFill>
                  <a:srgbClr val="FFFFFF"/>
                </a:solidFill>
                <a:latin typeface="Arial"/>
                <a:ea typeface="Arial"/>
                <a:cs typeface="Arial"/>
                <a:sym typeface="Arial"/>
              </a:rPr>
              <a:t>Full name</a:t>
            </a:r>
            <a:endParaRPr sz="1100"/>
          </a:p>
        </p:txBody>
      </p:sp>
      <p:sp>
        <p:nvSpPr>
          <p:cNvPr id="212" name="Google Shape;212;p27"/>
          <p:cNvSpPr/>
          <p:nvPr/>
        </p:nvSpPr>
        <p:spPr>
          <a:xfrm>
            <a:off x="2057408" y="1234440"/>
            <a:ext cx="582900" cy="260700"/>
          </a:xfrm>
          <a:prstGeom prst="rect">
            <a:avLst/>
          </a:prstGeom>
          <a:solidFill>
            <a:srgbClr val="14303F"/>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13" name="Google Shape;213;p27"/>
          <p:cNvSpPr txBox="1"/>
          <p:nvPr/>
        </p:nvSpPr>
        <p:spPr>
          <a:xfrm>
            <a:off x="2112273" y="1234440"/>
            <a:ext cx="473100" cy="260700"/>
          </a:xfrm>
          <a:prstGeom prst="rect">
            <a:avLst/>
          </a:prstGeom>
          <a:noFill/>
          <a:ln>
            <a:noFill/>
          </a:ln>
        </p:spPr>
        <p:txBody>
          <a:bodyPr anchorCtr="0" anchor="ctr" bIns="34275" lIns="34275" spcFirstLastPara="1" rIns="34275" wrap="square" tIns="34275">
            <a:noAutofit/>
          </a:bodyPr>
          <a:lstStyle/>
          <a:p>
            <a:pPr indent="0" lvl="0" marL="0" marR="0" rtl="0" algn="l">
              <a:lnSpc>
                <a:spcPct val="101666"/>
              </a:lnSpc>
              <a:spcBef>
                <a:spcPts val="0"/>
              </a:spcBef>
              <a:spcAft>
                <a:spcPts val="0"/>
              </a:spcAft>
              <a:buNone/>
            </a:pPr>
            <a:r>
              <a:rPr b="1" i="0" lang="en" sz="600">
                <a:solidFill>
                  <a:srgbClr val="FFFFFF"/>
                </a:solidFill>
                <a:latin typeface="Arial"/>
                <a:ea typeface="Arial"/>
                <a:cs typeface="Arial"/>
                <a:sym typeface="Arial"/>
              </a:rPr>
              <a:t>Abbr.</a:t>
            </a:r>
            <a:endParaRPr sz="1100"/>
          </a:p>
        </p:txBody>
      </p:sp>
      <p:sp>
        <p:nvSpPr>
          <p:cNvPr id="214" name="Google Shape;214;p27"/>
          <p:cNvSpPr/>
          <p:nvPr/>
        </p:nvSpPr>
        <p:spPr>
          <a:xfrm>
            <a:off x="2640341" y="1234440"/>
            <a:ext cx="1886100" cy="260700"/>
          </a:xfrm>
          <a:prstGeom prst="rect">
            <a:avLst/>
          </a:prstGeom>
          <a:solidFill>
            <a:srgbClr val="14303F"/>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15" name="Google Shape;215;p27"/>
          <p:cNvSpPr txBox="1"/>
          <p:nvPr/>
        </p:nvSpPr>
        <p:spPr>
          <a:xfrm>
            <a:off x="2695205" y="1234440"/>
            <a:ext cx="1776300" cy="260700"/>
          </a:xfrm>
          <a:prstGeom prst="rect">
            <a:avLst/>
          </a:prstGeom>
          <a:noFill/>
          <a:ln>
            <a:noFill/>
          </a:ln>
        </p:spPr>
        <p:txBody>
          <a:bodyPr anchorCtr="0" anchor="ctr" bIns="34275" lIns="34275" spcFirstLastPara="1" rIns="34275" wrap="square" tIns="34275">
            <a:noAutofit/>
          </a:bodyPr>
          <a:lstStyle/>
          <a:p>
            <a:pPr indent="0" lvl="0" marL="0" marR="0" rtl="0" algn="l">
              <a:lnSpc>
                <a:spcPct val="101666"/>
              </a:lnSpc>
              <a:spcBef>
                <a:spcPts val="0"/>
              </a:spcBef>
              <a:spcAft>
                <a:spcPts val="0"/>
              </a:spcAft>
              <a:buNone/>
            </a:pPr>
            <a:r>
              <a:rPr b="1" i="0" lang="en" sz="600">
                <a:solidFill>
                  <a:srgbClr val="FFFFFF"/>
                </a:solidFill>
                <a:latin typeface="Arial"/>
                <a:ea typeface="Arial"/>
                <a:cs typeface="Arial"/>
                <a:sym typeface="Arial"/>
              </a:rPr>
              <a:t>Electrolyte · ion</a:t>
            </a:r>
            <a:endParaRPr sz="1100"/>
          </a:p>
        </p:txBody>
      </p:sp>
      <p:sp>
        <p:nvSpPr>
          <p:cNvPr id="216" name="Google Shape;216;p27"/>
          <p:cNvSpPr/>
          <p:nvPr/>
        </p:nvSpPr>
        <p:spPr>
          <a:xfrm>
            <a:off x="4526299" y="1234440"/>
            <a:ext cx="1062900" cy="260700"/>
          </a:xfrm>
          <a:prstGeom prst="rect">
            <a:avLst/>
          </a:prstGeom>
          <a:solidFill>
            <a:srgbClr val="14303F"/>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17" name="Google Shape;217;p27"/>
          <p:cNvSpPr txBox="1"/>
          <p:nvPr/>
        </p:nvSpPr>
        <p:spPr>
          <a:xfrm>
            <a:off x="4581163" y="1234440"/>
            <a:ext cx="953400" cy="260700"/>
          </a:xfrm>
          <a:prstGeom prst="rect">
            <a:avLst/>
          </a:prstGeom>
          <a:noFill/>
          <a:ln>
            <a:noFill/>
          </a:ln>
        </p:spPr>
        <p:txBody>
          <a:bodyPr anchorCtr="0" anchor="ctr" bIns="34275" lIns="34275" spcFirstLastPara="1" rIns="34275" wrap="square" tIns="34275">
            <a:noAutofit/>
          </a:bodyPr>
          <a:lstStyle/>
          <a:p>
            <a:pPr indent="0" lvl="0" marL="0" marR="0" rtl="0" algn="l">
              <a:lnSpc>
                <a:spcPct val="101666"/>
              </a:lnSpc>
              <a:spcBef>
                <a:spcPts val="0"/>
              </a:spcBef>
              <a:spcAft>
                <a:spcPts val="0"/>
              </a:spcAft>
              <a:buNone/>
            </a:pPr>
            <a:r>
              <a:rPr b="1" i="0" lang="en" sz="600">
                <a:solidFill>
                  <a:srgbClr val="FFFFFF"/>
                </a:solidFill>
                <a:latin typeface="Arial"/>
                <a:ea typeface="Arial"/>
                <a:cs typeface="Arial"/>
                <a:sym typeface="Arial"/>
              </a:rPr>
              <a:t>Temperature</a:t>
            </a:r>
            <a:endParaRPr sz="1100"/>
          </a:p>
        </p:txBody>
      </p:sp>
      <p:sp>
        <p:nvSpPr>
          <p:cNvPr id="218" name="Google Shape;218;p27"/>
          <p:cNvSpPr/>
          <p:nvPr/>
        </p:nvSpPr>
        <p:spPr>
          <a:xfrm>
            <a:off x="5589293" y="1234440"/>
            <a:ext cx="1440300" cy="260700"/>
          </a:xfrm>
          <a:prstGeom prst="rect">
            <a:avLst/>
          </a:prstGeom>
          <a:solidFill>
            <a:srgbClr val="14303F"/>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19" name="Google Shape;219;p27"/>
          <p:cNvSpPr txBox="1"/>
          <p:nvPr/>
        </p:nvSpPr>
        <p:spPr>
          <a:xfrm>
            <a:off x="5644157" y="1234440"/>
            <a:ext cx="1330500" cy="260700"/>
          </a:xfrm>
          <a:prstGeom prst="rect">
            <a:avLst/>
          </a:prstGeom>
          <a:noFill/>
          <a:ln>
            <a:noFill/>
          </a:ln>
        </p:spPr>
        <p:txBody>
          <a:bodyPr anchorCtr="0" anchor="ctr" bIns="34275" lIns="34275" spcFirstLastPara="1" rIns="34275" wrap="square" tIns="34275">
            <a:noAutofit/>
          </a:bodyPr>
          <a:lstStyle/>
          <a:p>
            <a:pPr indent="0" lvl="0" marL="0" marR="0" rtl="0" algn="l">
              <a:lnSpc>
                <a:spcPct val="101666"/>
              </a:lnSpc>
              <a:spcBef>
                <a:spcPts val="0"/>
              </a:spcBef>
              <a:spcAft>
                <a:spcPts val="0"/>
              </a:spcAft>
              <a:buNone/>
            </a:pPr>
            <a:r>
              <a:rPr b="1" i="0" lang="en" sz="600">
                <a:solidFill>
                  <a:srgbClr val="FFFFFF"/>
                </a:solidFill>
                <a:latin typeface="Arial"/>
                <a:ea typeface="Arial"/>
                <a:cs typeface="Arial"/>
                <a:sym typeface="Arial"/>
              </a:rPr>
              <a:t>Fuel</a:t>
            </a:r>
            <a:endParaRPr sz="1100"/>
          </a:p>
        </p:txBody>
      </p:sp>
      <p:sp>
        <p:nvSpPr>
          <p:cNvPr id="220" name="Google Shape;220;p27"/>
          <p:cNvSpPr/>
          <p:nvPr/>
        </p:nvSpPr>
        <p:spPr>
          <a:xfrm>
            <a:off x="7029479" y="1234440"/>
            <a:ext cx="1737300" cy="260700"/>
          </a:xfrm>
          <a:prstGeom prst="rect">
            <a:avLst/>
          </a:prstGeom>
          <a:solidFill>
            <a:srgbClr val="14303F"/>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21" name="Google Shape;221;p27"/>
          <p:cNvSpPr txBox="1"/>
          <p:nvPr/>
        </p:nvSpPr>
        <p:spPr>
          <a:xfrm>
            <a:off x="7084343" y="1234440"/>
            <a:ext cx="1627800" cy="260700"/>
          </a:xfrm>
          <a:prstGeom prst="rect">
            <a:avLst/>
          </a:prstGeom>
          <a:noFill/>
          <a:ln>
            <a:noFill/>
          </a:ln>
        </p:spPr>
        <p:txBody>
          <a:bodyPr anchorCtr="0" anchor="ctr" bIns="34275" lIns="34275" spcFirstLastPara="1" rIns="34275" wrap="square" tIns="34275">
            <a:noAutofit/>
          </a:bodyPr>
          <a:lstStyle/>
          <a:p>
            <a:pPr indent="0" lvl="0" marL="0" marR="0" rtl="0" algn="l">
              <a:lnSpc>
                <a:spcPct val="101666"/>
              </a:lnSpc>
              <a:spcBef>
                <a:spcPts val="0"/>
              </a:spcBef>
              <a:spcAft>
                <a:spcPts val="0"/>
              </a:spcAft>
              <a:buNone/>
            </a:pPr>
            <a:r>
              <a:rPr b="1" i="0" lang="en" sz="600">
                <a:solidFill>
                  <a:srgbClr val="FFFFFF"/>
                </a:solidFill>
                <a:latin typeface="Arial"/>
                <a:ea typeface="Arial"/>
                <a:cs typeface="Arial"/>
                <a:sym typeface="Arial"/>
              </a:rPr>
              <a:t>Where it is used</a:t>
            </a:r>
            <a:endParaRPr sz="1100"/>
          </a:p>
        </p:txBody>
      </p:sp>
      <p:sp>
        <p:nvSpPr>
          <p:cNvPr id="222" name="Google Shape;222;p27"/>
          <p:cNvSpPr/>
          <p:nvPr/>
        </p:nvSpPr>
        <p:spPr>
          <a:xfrm>
            <a:off x="377192" y="1495044"/>
            <a:ext cx="1680300" cy="288000"/>
          </a:xfrm>
          <a:prstGeom prst="rect">
            <a:avLst/>
          </a:prstGeom>
          <a:solidFill>
            <a:srgbClr val="E6F2F3"/>
          </a:solidFill>
          <a:ln cap="flat" cmpd="sng" w="7150">
            <a:solidFill>
              <a:srgbClr val="D5DEE3"/>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23" name="Google Shape;223;p27"/>
          <p:cNvSpPr txBox="1"/>
          <p:nvPr/>
        </p:nvSpPr>
        <p:spPr>
          <a:xfrm>
            <a:off x="432056" y="1495044"/>
            <a:ext cx="1570500" cy="288000"/>
          </a:xfrm>
          <a:prstGeom prst="rect">
            <a:avLst/>
          </a:prstGeom>
          <a:noFill/>
          <a:ln>
            <a:noFill/>
          </a:ln>
        </p:spPr>
        <p:txBody>
          <a:bodyPr anchorCtr="0" anchor="ctr" bIns="34275" lIns="34275" spcFirstLastPara="1" rIns="34275" wrap="square" tIns="34275">
            <a:noAutofit/>
          </a:bodyPr>
          <a:lstStyle/>
          <a:p>
            <a:pPr indent="0" lvl="0" marL="0" marR="0" rtl="0" algn="l">
              <a:lnSpc>
                <a:spcPct val="101666"/>
              </a:lnSpc>
              <a:spcBef>
                <a:spcPts val="0"/>
              </a:spcBef>
              <a:spcAft>
                <a:spcPts val="0"/>
              </a:spcAft>
              <a:buNone/>
            </a:pPr>
            <a:r>
              <a:rPr b="1" i="0" lang="en" sz="700">
                <a:solidFill>
                  <a:srgbClr val="0E7C86"/>
                </a:solidFill>
                <a:latin typeface="Arial"/>
                <a:ea typeface="Arial"/>
                <a:cs typeface="Arial"/>
                <a:sym typeface="Arial"/>
              </a:rPr>
              <a:t>Proton Exchange Membrane</a:t>
            </a:r>
            <a:endParaRPr sz="1100"/>
          </a:p>
        </p:txBody>
      </p:sp>
      <p:sp>
        <p:nvSpPr>
          <p:cNvPr id="224" name="Google Shape;224;p27"/>
          <p:cNvSpPr/>
          <p:nvPr/>
        </p:nvSpPr>
        <p:spPr>
          <a:xfrm>
            <a:off x="2057408" y="1495044"/>
            <a:ext cx="582900" cy="288000"/>
          </a:xfrm>
          <a:prstGeom prst="rect">
            <a:avLst/>
          </a:prstGeom>
          <a:solidFill>
            <a:srgbClr val="E6F2F3"/>
          </a:solidFill>
          <a:ln cap="flat" cmpd="sng" w="7150">
            <a:solidFill>
              <a:srgbClr val="D5DEE3"/>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25" name="Google Shape;225;p27"/>
          <p:cNvSpPr txBox="1"/>
          <p:nvPr/>
        </p:nvSpPr>
        <p:spPr>
          <a:xfrm>
            <a:off x="2112273" y="1495044"/>
            <a:ext cx="473100" cy="288000"/>
          </a:xfrm>
          <a:prstGeom prst="rect">
            <a:avLst/>
          </a:prstGeom>
          <a:noFill/>
          <a:ln>
            <a:noFill/>
          </a:ln>
        </p:spPr>
        <p:txBody>
          <a:bodyPr anchorCtr="0" anchor="ctr"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0E7C86"/>
                </a:solidFill>
                <a:latin typeface="Arial"/>
                <a:ea typeface="Arial"/>
                <a:cs typeface="Arial"/>
                <a:sym typeface="Arial"/>
              </a:rPr>
              <a:t>PEMFC</a:t>
            </a:r>
            <a:endParaRPr sz="1100"/>
          </a:p>
        </p:txBody>
      </p:sp>
      <p:sp>
        <p:nvSpPr>
          <p:cNvPr id="226" name="Google Shape;226;p27"/>
          <p:cNvSpPr/>
          <p:nvPr/>
        </p:nvSpPr>
        <p:spPr>
          <a:xfrm>
            <a:off x="2640341" y="1495044"/>
            <a:ext cx="1886100" cy="288000"/>
          </a:xfrm>
          <a:prstGeom prst="rect">
            <a:avLst/>
          </a:prstGeom>
          <a:solidFill>
            <a:srgbClr val="E6F2F3"/>
          </a:solidFill>
          <a:ln cap="flat" cmpd="sng" w="7150">
            <a:solidFill>
              <a:srgbClr val="D5DEE3"/>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27" name="Google Shape;227;p27"/>
          <p:cNvSpPr txBox="1"/>
          <p:nvPr/>
        </p:nvSpPr>
        <p:spPr>
          <a:xfrm>
            <a:off x="2695205" y="1495044"/>
            <a:ext cx="1776300" cy="288000"/>
          </a:xfrm>
          <a:prstGeom prst="rect">
            <a:avLst/>
          </a:prstGeom>
          <a:noFill/>
          <a:ln>
            <a:noFill/>
          </a:ln>
        </p:spPr>
        <p:txBody>
          <a:bodyPr anchorCtr="0" anchor="ctr"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0E7C86"/>
                </a:solidFill>
                <a:latin typeface="Arial"/>
                <a:ea typeface="Arial"/>
                <a:cs typeface="Arial"/>
                <a:sym typeface="Arial"/>
              </a:rPr>
              <a:t>Polymer · H+</a:t>
            </a:r>
            <a:endParaRPr sz="1100"/>
          </a:p>
        </p:txBody>
      </p:sp>
      <p:sp>
        <p:nvSpPr>
          <p:cNvPr id="228" name="Google Shape;228;p27"/>
          <p:cNvSpPr/>
          <p:nvPr/>
        </p:nvSpPr>
        <p:spPr>
          <a:xfrm>
            <a:off x="4526299" y="1495044"/>
            <a:ext cx="1062900" cy="288000"/>
          </a:xfrm>
          <a:prstGeom prst="rect">
            <a:avLst/>
          </a:prstGeom>
          <a:solidFill>
            <a:srgbClr val="E6F2F3"/>
          </a:solidFill>
          <a:ln cap="flat" cmpd="sng" w="7150">
            <a:solidFill>
              <a:srgbClr val="D5DEE3"/>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29" name="Google Shape;229;p27"/>
          <p:cNvSpPr txBox="1"/>
          <p:nvPr/>
        </p:nvSpPr>
        <p:spPr>
          <a:xfrm>
            <a:off x="4581163" y="1495044"/>
            <a:ext cx="953400" cy="288000"/>
          </a:xfrm>
          <a:prstGeom prst="rect">
            <a:avLst/>
          </a:prstGeom>
          <a:noFill/>
          <a:ln>
            <a:noFill/>
          </a:ln>
        </p:spPr>
        <p:txBody>
          <a:bodyPr anchorCtr="0" anchor="ctr"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0E7C86"/>
                </a:solidFill>
                <a:latin typeface="Arial"/>
                <a:ea typeface="Arial"/>
                <a:cs typeface="Arial"/>
                <a:sym typeface="Arial"/>
              </a:rPr>
              <a:t>60 – 80 °C</a:t>
            </a:r>
            <a:endParaRPr sz="1100"/>
          </a:p>
        </p:txBody>
      </p:sp>
      <p:sp>
        <p:nvSpPr>
          <p:cNvPr id="230" name="Google Shape;230;p27"/>
          <p:cNvSpPr/>
          <p:nvPr/>
        </p:nvSpPr>
        <p:spPr>
          <a:xfrm>
            <a:off x="5589293" y="1495044"/>
            <a:ext cx="1440300" cy="288000"/>
          </a:xfrm>
          <a:prstGeom prst="rect">
            <a:avLst/>
          </a:prstGeom>
          <a:solidFill>
            <a:srgbClr val="E6F2F3"/>
          </a:solidFill>
          <a:ln cap="flat" cmpd="sng" w="7150">
            <a:solidFill>
              <a:srgbClr val="D5DEE3"/>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31" name="Google Shape;231;p27"/>
          <p:cNvSpPr txBox="1"/>
          <p:nvPr/>
        </p:nvSpPr>
        <p:spPr>
          <a:xfrm>
            <a:off x="5644157" y="1495044"/>
            <a:ext cx="1330500" cy="288000"/>
          </a:xfrm>
          <a:prstGeom prst="rect">
            <a:avLst/>
          </a:prstGeom>
          <a:noFill/>
          <a:ln>
            <a:noFill/>
          </a:ln>
        </p:spPr>
        <p:txBody>
          <a:bodyPr anchorCtr="0" anchor="ctr"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0E7C86"/>
                </a:solidFill>
                <a:latin typeface="Arial"/>
                <a:ea typeface="Arial"/>
                <a:cs typeface="Arial"/>
                <a:sym typeface="Arial"/>
              </a:rPr>
              <a:t>Pure H₂</a:t>
            </a:r>
            <a:endParaRPr sz="1100"/>
          </a:p>
        </p:txBody>
      </p:sp>
      <p:sp>
        <p:nvSpPr>
          <p:cNvPr id="232" name="Google Shape;232;p27"/>
          <p:cNvSpPr/>
          <p:nvPr/>
        </p:nvSpPr>
        <p:spPr>
          <a:xfrm>
            <a:off x="7029479" y="1495044"/>
            <a:ext cx="1737300" cy="288000"/>
          </a:xfrm>
          <a:prstGeom prst="rect">
            <a:avLst/>
          </a:prstGeom>
          <a:solidFill>
            <a:srgbClr val="E6F2F3"/>
          </a:solidFill>
          <a:ln cap="flat" cmpd="sng" w="7150">
            <a:solidFill>
              <a:srgbClr val="D5DEE3"/>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33" name="Google Shape;233;p27"/>
          <p:cNvSpPr txBox="1"/>
          <p:nvPr/>
        </p:nvSpPr>
        <p:spPr>
          <a:xfrm>
            <a:off x="7084343" y="1495044"/>
            <a:ext cx="1627800" cy="288000"/>
          </a:xfrm>
          <a:prstGeom prst="rect">
            <a:avLst/>
          </a:prstGeom>
          <a:noFill/>
          <a:ln>
            <a:noFill/>
          </a:ln>
        </p:spPr>
        <p:txBody>
          <a:bodyPr anchorCtr="0" anchor="ctr"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0E7C86"/>
                </a:solidFill>
                <a:latin typeface="Arial"/>
                <a:ea typeface="Arial"/>
                <a:cs typeface="Arial"/>
                <a:sym typeface="Arial"/>
              </a:rPr>
              <a:t>Transport, backup — fast start</a:t>
            </a:r>
            <a:endParaRPr sz="1100"/>
          </a:p>
        </p:txBody>
      </p:sp>
      <p:sp>
        <p:nvSpPr>
          <p:cNvPr id="234" name="Google Shape;234;p27"/>
          <p:cNvSpPr/>
          <p:nvPr/>
        </p:nvSpPr>
        <p:spPr>
          <a:xfrm>
            <a:off x="377192" y="1783080"/>
            <a:ext cx="1680300" cy="288000"/>
          </a:xfrm>
          <a:prstGeom prst="rect">
            <a:avLst/>
          </a:prstGeom>
          <a:solidFill>
            <a:srgbClr val="F4F8FA"/>
          </a:solidFill>
          <a:ln cap="flat" cmpd="sng" w="7150">
            <a:solidFill>
              <a:srgbClr val="D5DEE3"/>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35" name="Google Shape;235;p27"/>
          <p:cNvSpPr txBox="1"/>
          <p:nvPr/>
        </p:nvSpPr>
        <p:spPr>
          <a:xfrm>
            <a:off x="432056" y="1783080"/>
            <a:ext cx="1570500" cy="288000"/>
          </a:xfrm>
          <a:prstGeom prst="rect">
            <a:avLst/>
          </a:prstGeom>
          <a:noFill/>
          <a:ln>
            <a:noFill/>
          </a:ln>
        </p:spPr>
        <p:txBody>
          <a:bodyPr anchorCtr="0" anchor="ctr" bIns="34275" lIns="34275" spcFirstLastPara="1" rIns="34275" wrap="square" tIns="34275">
            <a:noAutofit/>
          </a:bodyPr>
          <a:lstStyle/>
          <a:p>
            <a:pPr indent="0" lvl="0" marL="0" marR="0" rtl="0" algn="l">
              <a:lnSpc>
                <a:spcPct val="101666"/>
              </a:lnSpc>
              <a:spcBef>
                <a:spcPts val="0"/>
              </a:spcBef>
              <a:spcAft>
                <a:spcPts val="0"/>
              </a:spcAft>
              <a:buNone/>
            </a:pPr>
            <a:r>
              <a:rPr b="1" i="0" lang="en" sz="700">
                <a:solidFill>
                  <a:srgbClr val="14303F"/>
                </a:solidFill>
                <a:latin typeface="Arial"/>
                <a:ea typeface="Arial"/>
                <a:cs typeface="Arial"/>
                <a:sym typeface="Arial"/>
              </a:rPr>
              <a:t>Alkaline</a:t>
            </a:r>
            <a:endParaRPr sz="1100"/>
          </a:p>
        </p:txBody>
      </p:sp>
      <p:sp>
        <p:nvSpPr>
          <p:cNvPr id="236" name="Google Shape;236;p27"/>
          <p:cNvSpPr/>
          <p:nvPr/>
        </p:nvSpPr>
        <p:spPr>
          <a:xfrm>
            <a:off x="2057408" y="1783080"/>
            <a:ext cx="582900" cy="288000"/>
          </a:xfrm>
          <a:prstGeom prst="rect">
            <a:avLst/>
          </a:prstGeom>
          <a:solidFill>
            <a:srgbClr val="F4F8FA"/>
          </a:solidFill>
          <a:ln cap="flat" cmpd="sng" w="7150">
            <a:solidFill>
              <a:srgbClr val="D5DEE3"/>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37" name="Google Shape;237;p27"/>
          <p:cNvSpPr txBox="1"/>
          <p:nvPr/>
        </p:nvSpPr>
        <p:spPr>
          <a:xfrm>
            <a:off x="2112273" y="1783080"/>
            <a:ext cx="473100" cy="288000"/>
          </a:xfrm>
          <a:prstGeom prst="rect">
            <a:avLst/>
          </a:prstGeom>
          <a:noFill/>
          <a:ln>
            <a:noFill/>
          </a:ln>
        </p:spPr>
        <p:txBody>
          <a:bodyPr anchorCtr="0" anchor="ctr"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5A6B75"/>
                </a:solidFill>
                <a:latin typeface="Arial"/>
                <a:ea typeface="Arial"/>
                <a:cs typeface="Arial"/>
                <a:sym typeface="Arial"/>
              </a:rPr>
              <a:t>AFC</a:t>
            </a:r>
            <a:endParaRPr sz="1100"/>
          </a:p>
        </p:txBody>
      </p:sp>
      <p:sp>
        <p:nvSpPr>
          <p:cNvPr id="238" name="Google Shape;238;p27"/>
          <p:cNvSpPr/>
          <p:nvPr/>
        </p:nvSpPr>
        <p:spPr>
          <a:xfrm>
            <a:off x="2640341" y="1783080"/>
            <a:ext cx="1886100" cy="288000"/>
          </a:xfrm>
          <a:prstGeom prst="rect">
            <a:avLst/>
          </a:prstGeom>
          <a:solidFill>
            <a:srgbClr val="F4F8FA"/>
          </a:solidFill>
          <a:ln cap="flat" cmpd="sng" w="7150">
            <a:solidFill>
              <a:srgbClr val="D5DEE3"/>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39" name="Google Shape;239;p27"/>
          <p:cNvSpPr txBox="1"/>
          <p:nvPr/>
        </p:nvSpPr>
        <p:spPr>
          <a:xfrm>
            <a:off x="2695205" y="1783080"/>
            <a:ext cx="1776300" cy="288000"/>
          </a:xfrm>
          <a:prstGeom prst="rect">
            <a:avLst/>
          </a:prstGeom>
          <a:noFill/>
          <a:ln>
            <a:noFill/>
          </a:ln>
        </p:spPr>
        <p:txBody>
          <a:bodyPr anchorCtr="0" anchor="ctr"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5A6B75"/>
                </a:solidFill>
                <a:latin typeface="Arial"/>
                <a:ea typeface="Arial"/>
                <a:cs typeface="Arial"/>
                <a:sym typeface="Arial"/>
              </a:rPr>
              <a:t>KOH · OH-</a:t>
            </a:r>
            <a:endParaRPr sz="1100"/>
          </a:p>
        </p:txBody>
      </p:sp>
      <p:sp>
        <p:nvSpPr>
          <p:cNvPr id="240" name="Google Shape;240;p27"/>
          <p:cNvSpPr/>
          <p:nvPr/>
        </p:nvSpPr>
        <p:spPr>
          <a:xfrm>
            <a:off x="4526299" y="1783080"/>
            <a:ext cx="1062900" cy="288000"/>
          </a:xfrm>
          <a:prstGeom prst="rect">
            <a:avLst/>
          </a:prstGeom>
          <a:solidFill>
            <a:srgbClr val="F4F8FA"/>
          </a:solidFill>
          <a:ln cap="flat" cmpd="sng" w="7150">
            <a:solidFill>
              <a:srgbClr val="D5DEE3"/>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41" name="Google Shape;241;p27"/>
          <p:cNvSpPr txBox="1"/>
          <p:nvPr/>
        </p:nvSpPr>
        <p:spPr>
          <a:xfrm>
            <a:off x="4581163" y="1783080"/>
            <a:ext cx="953400" cy="288000"/>
          </a:xfrm>
          <a:prstGeom prst="rect">
            <a:avLst/>
          </a:prstGeom>
          <a:noFill/>
          <a:ln>
            <a:noFill/>
          </a:ln>
        </p:spPr>
        <p:txBody>
          <a:bodyPr anchorCtr="0" anchor="ctr"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5A6B75"/>
                </a:solidFill>
                <a:latin typeface="Arial"/>
                <a:ea typeface="Arial"/>
                <a:cs typeface="Arial"/>
                <a:sym typeface="Arial"/>
              </a:rPr>
              <a:t>&lt; 100 °C</a:t>
            </a:r>
            <a:endParaRPr sz="1100"/>
          </a:p>
        </p:txBody>
      </p:sp>
      <p:sp>
        <p:nvSpPr>
          <p:cNvPr id="242" name="Google Shape;242;p27"/>
          <p:cNvSpPr/>
          <p:nvPr/>
        </p:nvSpPr>
        <p:spPr>
          <a:xfrm>
            <a:off x="5589293" y="1783080"/>
            <a:ext cx="1440300" cy="288000"/>
          </a:xfrm>
          <a:prstGeom prst="rect">
            <a:avLst/>
          </a:prstGeom>
          <a:solidFill>
            <a:srgbClr val="F4F8FA"/>
          </a:solidFill>
          <a:ln cap="flat" cmpd="sng" w="7150">
            <a:solidFill>
              <a:srgbClr val="D5DEE3"/>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43" name="Google Shape;243;p27"/>
          <p:cNvSpPr txBox="1"/>
          <p:nvPr/>
        </p:nvSpPr>
        <p:spPr>
          <a:xfrm>
            <a:off x="5644157" y="1783080"/>
            <a:ext cx="1330500" cy="288000"/>
          </a:xfrm>
          <a:prstGeom prst="rect">
            <a:avLst/>
          </a:prstGeom>
          <a:noFill/>
          <a:ln>
            <a:noFill/>
          </a:ln>
        </p:spPr>
        <p:txBody>
          <a:bodyPr anchorCtr="0" anchor="ctr"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5A6B75"/>
                </a:solidFill>
                <a:latin typeface="Arial"/>
                <a:ea typeface="Arial"/>
                <a:cs typeface="Arial"/>
                <a:sym typeface="Arial"/>
              </a:rPr>
              <a:t>Pure H₂</a:t>
            </a:r>
            <a:endParaRPr sz="1100"/>
          </a:p>
        </p:txBody>
      </p:sp>
      <p:sp>
        <p:nvSpPr>
          <p:cNvPr id="244" name="Google Shape;244;p27"/>
          <p:cNvSpPr/>
          <p:nvPr/>
        </p:nvSpPr>
        <p:spPr>
          <a:xfrm>
            <a:off x="7029479" y="1783080"/>
            <a:ext cx="1737300" cy="288000"/>
          </a:xfrm>
          <a:prstGeom prst="rect">
            <a:avLst/>
          </a:prstGeom>
          <a:solidFill>
            <a:srgbClr val="F4F8FA"/>
          </a:solidFill>
          <a:ln cap="flat" cmpd="sng" w="7150">
            <a:solidFill>
              <a:srgbClr val="D5DEE3"/>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45" name="Google Shape;245;p27"/>
          <p:cNvSpPr txBox="1"/>
          <p:nvPr/>
        </p:nvSpPr>
        <p:spPr>
          <a:xfrm>
            <a:off x="7084343" y="1783080"/>
            <a:ext cx="1627800" cy="288000"/>
          </a:xfrm>
          <a:prstGeom prst="rect">
            <a:avLst/>
          </a:prstGeom>
          <a:noFill/>
          <a:ln>
            <a:noFill/>
          </a:ln>
        </p:spPr>
        <p:txBody>
          <a:bodyPr anchorCtr="0" anchor="ctr"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5A6B75"/>
                </a:solidFill>
                <a:latin typeface="Arial"/>
                <a:ea typeface="Arial"/>
                <a:cs typeface="Arial"/>
                <a:sym typeface="Arial"/>
              </a:rPr>
              <a:t>Space, specialist</a:t>
            </a:r>
            <a:endParaRPr sz="1100"/>
          </a:p>
        </p:txBody>
      </p:sp>
      <p:sp>
        <p:nvSpPr>
          <p:cNvPr id="246" name="Google Shape;246;p27"/>
          <p:cNvSpPr/>
          <p:nvPr/>
        </p:nvSpPr>
        <p:spPr>
          <a:xfrm>
            <a:off x="377192" y="2071116"/>
            <a:ext cx="1680300" cy="288000"/>
          </a:xfrm>
          <a:prstGeom prst="rect">
            <a:avLst/>
          </a:prstGeom>
          <a:solidFill>
            <a:srgbClr val="FFFFFF"/>
          </a:solidFill>
          <a:ln cap="flat" cmpd="sng" w="7150">
            <a:solidFill>
              <a:srgbClr val="D5DEE3"/>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47" name="Google Shape;247;p27"/>
          <p:cNvSpPr txBox="1"/>
          <p:nvPr/>
        </p:nvSpPr>
        <p:spPr>
          <a:xfrm>
            <a:off x="432056" y="2071116"/>
            <a:ext cx="1570500" cy="288000"/>
          </a:xfrm>
          <a:prstGeom prst="rect">
            <a:avLst/>
          </a:prstGeom>
          <a:noFill/>
          <a:ln>
            <a:noFill/>
          </a:ln>
        </p:spPr>
        <p:txBody>
          <a:bodyPr anchorCtr="0" anchor="ctr" bIns="34275" lIns="34275" spcFirstLastPara="1" rIns="34275" wrap="square" tIns="34275">
            <a:noAutofit/>
          </a:bodyPr>
          <a:lstStyle/>
          <a:p>
            <a:pPr indent="0" lvl="0" marL="0" marR="0" rtl="0" algn="l">
              <a:lnSpc>
                <a:spcPct val="101666"/>
              </a:lnSpc>
              <a:spcBef>
                <a:spcPts val="0"/>
              </a:spcBef>
              <a:spcAft>
                <a:spcPts val="0"/>
              </a:spcAft>
              <a:buNone/>
            </a:pPr>
            <a:r>
              <a:rPr b="1" i="0" lang="en" sz="700">
                <a:solidFill>
                  <a:srgbClr val="14303F"/>
                </a:solidFill>
                <a:latin typeface="Arial"/>
                <a:ea typeface="Arial"/>
                <a:cs typeface="Arial"/>
                <a:sym typeface="Arial"/>
              </a:rPr>
              <a:t>Phosphoric Acid</a:t>
            </a:r>
            <a:endParaRPr sz="1100"/>
          </a:p>
        </p:txBody>
      </p:sp>
      <p:sp>
        <p:nvSpPr>
          <p:cNvPr id="248" name="Google Shape;248;p27"/>
          <p:cNvSpPr/>
          <p:nvPr/>
        </p:nvSpPr>
        <p:spPr>
          <a:xfrm>
            <a:off x="2057408" y="2071116"/>
            <a:ext cx="582900" cy="288000"/>
          </a:xfrm>
          <a:prstGeom prst="rect">
            <a:avLst/>
          </a:prstGeom>
          <a:solidFill>
            <a:srgbClr val="FFFFFF"/>
          </a:solidFill>
          <a:ln cap="flat" cmpd="sng" w="7150">
            <a:solidFill>
              <a:srgbClr val="D5DEE3"/>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49" name="Google Shape;249;p27"/>
          <p:cNvSpPr txBox="1"/>
          <p:nvPr/>
        </p:nvSpPr>
        <p:spPr>
          <a:xfrm>
            <a:off x="2112273" y="2071116"/>
            <a:ext cx="473100" cy="288000"/>
          </a:xfrm>
          <a:prstGeom prst="rect">
            <a:avLst/>
          </a:prstGeom>
          <a:noFill/>
          <a:ln>
            <a:noFill/>
          </a:ln>
        </p:spPr>
        <p:txBody>
          <a:bodyPr anchorCtr="0" anchor="ctr"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5A6B75"/>
                </a:solidFill>
                <a:latin typeface="Arial"/>
                <a:ea typeface="Arial"/>
                <a:cs typeface="Arial"/>
                <a:sym typeface="Arial"/>
              </a:rPr>
              <a:t>PAFC</a:t>
            </a:r>
            <a:endParaRPr sz="1100"/>
          </a:p>
        </p:txBody>
      </p:sp>
      <p:sp>
        <p:nvSpPr>
          <p:cNvPr id="250" name="Google Shape;250;p27"/>
          <p:cNvSpPr/>
          <p:nvPr/>
        </p:nvSpPr>
        <p:spPr>
          <a:xfrm>
            <a:off x="2640341" y="2071116"/>
            <a:ext cx="1886100" cy="288000"/>
          </a:xfrm>
          <a:prstGeom prst="rect">
            <a:avLst/>
          </a:prstGeom>
          <a:solidFill>
            <a:srgbClr val="FFFFFF"/>
          </a:solidFill>
          <a:ln cap="flat" cmpd="sng" w="7150">
            <a:solidFill>
              <a:srgbClr val="D5DEE3"/>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51" name="Google Shape;251;p27"/>
          <p:cNvSpPr txBox="1"/>
          <p:nvPr/>
        </p:nvSpPr>
        <p:spPr>
          <a:xfrm>
            <a:off x="2695205" y="2071116"/>
            <a:ext cx="1776300" cy="288000"/>
          </a:xfrm>
          <a:prstGeom prst="rect">
            <a:avLst/>
          </a:prstGeom>
          <a:noFill/>
          <a:ln>
            <a:noFill/>
          </a:ln>
        </p:spPr>
        <p:txBody>
          <a:bodyPr anchorCtr="0" anchor="ctr"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5A6B75"/>
                </a:solidFill>
                <a:latin typeface="Arial"/>
                <a:ea typeface="Arial"/>
                <a:cs typeface="Arial"/>
                <a:sym typeface="Arial"/>
              </a:rPr>
              <a:t>Phosphoric acid · H+</a:t>
            </a:r>
            <a:endParaRPr sz="1100"/>
          </a:p>
        </p:txBody>
      </p:sp>
      <p:sp>
        <p:nvSpPr>
          <p:cNvPr id="252" name="Google Shape;252;p27"/>
          <p:cNvSpPr/>
          <p:nvPr/>
        </p:nvSpPr>
        <p:spPr>
          <a:xfrm>
            <a:off x="4526299" y="2071116"/>
            <a:ext cx="1062900" cy="288000"/>
          </a:xfrm>
          <a:prstGeom prst="rect">
            <a:avLst/>
          </a:prstGeom>
          <a:solidFill>
            <a:srgbClr val="FFFFFF"/>
          </a:solidFill>
          <a:ln cap="flat" cmpd="sng" w="7150">
            <a:solidFill>
              <a:srgbClr val="D5DEE3"/>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53" name="Google Shape;253;p27"/>
          <p:cNvSpPr txBox="1"/>
          <p:nvPr/>
        </p:nvSpPr>
        <p:spPr>
          <a:xfrm>
            <a:off x="4581163" y="2071116"/>
            <a:ext cx="953400" cy="288000"/>
          </a:xfrm>
          <a:prstGeom prst="rect">
            <a:avLst/>
          </a:prstGeom>
          <a:noFill/>
          <a:ln>
            <a:noFill/>
          </a:ln>
        </p:spPr>
        <p:txBody>
          <a:bodyPr anchorCtr="0" anchor="ctr"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5A6B75"/>
                </a:solidFill>
                <a:latin typeface="Arial"/>
                <a:ea typeface="Arial"/>
                <a:cs typeface="Arial"/>
                <a:sym typeface="Arial"/>
              </a:rPr>
              <a:t>≈ 200 °C</a:t>
            </a:r>
            <a:endParaRPr sz="1100"/>
          </a:p>
        </p:txBody>
      </p:sp>
      <p:sp>
        <p:nvSpPr>
          <p:cNvPr id="254" name="Google Shape;254;p27"/>
          <p:cNvSpPr/>
          <p:nvPr/>
        </p:nvSpPr>
        <p:spPr>
          <a:xfrm>
            <a:off x="5589293" y="2071116"/>
            <a:ext cx="1440300" cy="288000"/>
          </a:xfrm>
          <a:prstGeom prst="rect">
            <a:avLst/>
          </a:prstGeom>
          <a:solidFill>
            <a:srgbClr val="FFFFFF"/>
          </a:solidFill>
          <a:ln cap="flat" cmpd="sng" w="7150">
            <a:solidFill>
              <a:srgbClr val="D5DEE3"/>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55" name="Google Shape;255;p27"/>
          <p:cNvSpPr txBox="1"/>
          <p:nvPr/>
        </p:nvSpPr>
        <p:spPr>
          <a:xfrm>
            <a:off x="5644157" y="2071116"/>
            <a:ext cx="1330500" cy="288000"/>
          </a:xfrm>
          <a:prstGeom prst="rect">
            <a:avLst/>
          </a:prstGeom>
          <a:noFill/>
          <a:ln>
            <a:noFill/>
          </a:ln>
        </p:spPr>
        <p:txBody>
          <a:bodyPr anchorCtr="0" anchor="ctr"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5A6B75"/>
                </a:solidFill>
                <a:latin typeface="Arial"/>
                <a:ea typeface="Arial"/>
                <a:cs typeface="Arial"/>
                <a:sym typeface="Arial"/>
              </a:rPr>
              <a:t>Reformed H₂</a:t>
            </a:r>
            <a:endParaRPr sz="1100"/>
          </a:p>
        </p:txBody>
      </p:sp>
      <p:sp>
        <p:nvSpPr>
          <p:cNvPr id="256" name="Google Shape;256;p27"/>
          <p:cNvSpPr/>
          <p:nvPr/>
        </p:nvSpPr>
        <p:spPr>
          <a:xfrm>
            <a:off x="7029479" y="2071116"/>
            <a:ext cx="1737300" cy="288000"/>
          </a:xfrm>
          <a:prstGeom prst="rect">
            <a:avLst/>
          </a:prstGeom>
          <a:solidFill>
            <a:srgbClr val="FFFFFF"/>
          </a:solidFill>
          <a:ln cap="flat" cmpd="sng" w="7150">
            <a:solidFill>
              <a:srgbClr val="D5DEE3"/>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57" name="Google Shape;257;p27"/>
          <p:cNvSpPr txBox="1"/>
          <p:nvPr/>
        </p:nvSpPr>
        <p:spPr>
          <a:xfrm>
            <a:off x="7084343" y="2071116"/>
            <a:ext cx="1627800" cy="288000"/>
          </a:xfrm>
          <a:prstGeom prst="rect">
            <a:avLst/>
          </a:prstGeom>
          <a:noFill/>
          <a:ln>
            <a:noFill/>
          </a:ln>
        </p:spPr>
        <p:txBody>
          <a:bodyPr anchorCtr="0" anchor="ctr"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5A6B75"/>
                </a:solidFill>
                <a:latin typeface="Arial"/>
                <a:ea typeface="Arial"/>
                <a:cs typeface="Arial"/>
                <a:sym typeface="Arial"/>
              </a:rPr>
              <a:t>Mature stationary CHP</a:t>
            </a:r>
            <a:endParaRPr sz="1100"/>
          </a:p>
        </p:txBody>
      </p:sp>
      <p:sp>
        <p:nvSpPr>
          <p:cNvPr id="258" name="Google Shape;258;p27"/>
          <p:cNvSpPr/>
          <p:nvPr/>
        </p:nvSpPr>
        <p:spPr>
          <a:xfrm>
            <a:off x="377192" y="2359152"/>
            <a:ext cx="1680300" cy="288000"/>
          </a:xfrm>
          <a:prstGeom prst="rect">
            <a:avLst/>
          </a:prstGeom>
          <a:solidFill>
            <a:srgbClr val="F4F8FA"/>
          </a:solidFill>
          <a:ln cap="flat" cmpd="sng" w="7150">
            <a:solidFill>
              <a:srgbClr val="D5DEE3"/>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59" name="Google Shape;259;p27"/>
          <p:cNvSpPr txBox="1"/>
          <p:nvPr/>
        </p:nvSpPr>
        <p:spPr>
          <a:xfrm>
            <a:off x="432056" y="2359152"/>
            <a:ext cx="1570500" cy="288000"/>
          </a:xfrm>
          <a:prstGeom prst="rect">
            <a:avLst/>
          </a:prstGeom>
          <a:noFill/>
          <a:ln>
            <a:noFill/>
          </a:ln>
        </p:spPr>
        <p:txBody>
          <a:bodyPr anchorCtr="0" anchor="ctr" bIns="34275" lIns="34275" spcFirstLastPara="1" rIns="34275" wrap="square" tIns="34275">
            <a:noAutofit/>
          </a:bodyPr>
          <a:lstStyle/>
          <a:p>
            <a:pPr indent="0" lvl="0" marL="0" marR="0" rtl="0" algn="l">
              <a:lnSpc>
                <a:spcPct val="101666"/>
              </a:lnSpc>
              <a:spcBef>
                <a:spcPts val="0"/>
              </a:spcBef>
              <a:spcAft>
                <a:spcPts val="0"/>
              </a:spcAft>
              <a:buNone/>
            </a:pPr>
            <a:r>
              <a:rPr b="1" i="0" lang="en" sz="700">
                <a:solidFill>
                  <a:srgbClr val="14303F"/>
                </a:solidFill>
                <a:latin typeface="Arial"/>
                <a:ea typeface="Arial"/>
                <a:cs typeface="Arial"/>
                <a:sym typeface="Arial"/>
              </a:rPr>
              <a:t>Molten Carbonate</a:t>
            </a:r>
            <a:endParaRPr sz="1100"/>
          </a:p>
        </p:txBody>
      </p:sp>
      <p:sp>
        <p:nvSpPr>
          <p:cNvPr id="260" name="Google Shape;260;p27"/>
          <p:cNvSpPr/>
          <p:nvPr/>
        </p:nvSpPr>
        <p:spPr>
          <a:xfrm>
            <a:off x="2057408" y="2359152"/>
            <a:ext cx="582900" cy="288000"/>
          </a:xfrm>
          <a:prstGeom prst="rect">
            <a:avLst/>
          </a:prstGeom>
          <a:solidFill>
            <a:srgbClr val="F4F8FA"/>
          </a:solidFill>
          <a:ln cap="flat" cmpd="sng" w="7150">
            <a:solidFill>
              <a:srgbClr val="D5DEE3"/>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61" name="Google Shape;261;p27"/>
          <p:cNvSpPr txBox="1"/>
          <p:nvPr/>
        </p:nvSpPr>
        <p:spPr>
          <a:xfrm>
            <a:off x="2112273" y="2359152"/>
            <a:ext cx="473100" cy="288000"/>
          </a:xfrm>
          <a:prstGeom prst="rect">
            <a:avLst/>
          </a:prstGeom>
          <a:noFill/>
          <a:ln>
            <a:noFill/>
          </a:ln>
        </p:spPr>
        <p:txBody>
          <a:bodyPr anchorCtr="0" anchor="ctr"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5A6B75"/>
                </a:solidFill>
                <a:latin typeface="Arial"/>
                <a:ea typeface="Arial"/>
                <a:cs typeface="Arial"/>
                <a:sym typeface="Arial"/>
              </a:rPr>
              <a:t>MCFC</a:t>
            </a:r>
            <a:endParaRPr sz="1100"/>
          </a:p>
        </p:txBody>
      </p:sp>
      <p:sp>
        <p:nvSpPr>
          <p:cNvPr id="262" name="Google Shape;262;p27"/>
          <p:cNvSpPr/>
          <p:nvPr/>
        </p:nvSpPr>
        <p:spPr>
          <a:xfrm>
            <a:off x="2640341" y="2359152"/>
            <a:ext cx="1886100" cy="288000"/>
          </a:xfrm>
          <a:prstGeom prst="rect">
            <a:avLst/>
          </a:prstGeom>
          <a:solidFill>
            <a:srgbClr val="F4F8FA"/>
          </a:solidFill>
          <a:ln cap="flat" cmpd="sng" w="7150">
            <a:solidFill>
              <a:srgbClr val="D5DEE3"/>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63" name="Google Shape;263;p27"/>
          <p:cNvSpPr txBox="1"/>
          <p:nvPr/>
        </p:nvSpPr>
        <p:spPr>
          <a:xfrm>
            <a:off x="2695205" y="2359152"/>
            <a:ext cx="1776300" cy="288000"/>
          </a:xfrm>
          <a:prstGeom prst="rect">
            <a:avLst/>
          </a:prstGeom>
          <a:noFill/>
          <a:ln>
            <a:noFill/>
          </a:ln>
        </p:spPr>
        <p:txBody>
          <a:bodyPr anchorCtr="0" anchor="ctr"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5A6B75"/>
                </a:solidFill>
                <a:latin typeface="Arial"/>
                <a:ea typeface="Arial"/>
                <a:cs typeface="Arial"/>
                <a:sym typeface="Arial"/>
              </a:rPr>
              <a:t>Molten carbonate · CO₃²-</a:t>
            </a:r>
            <a:endParaRPr sz="1100"/>
          </a:p>
        </p:txBody>
      </p:sp>
      <p:sp>
        <p:nvSpPr>
          <p:cNvPr id="264" name="Google Shape;264;p27"/>
          <p:cNvSpPr/>
          <p:nvPr/>
        </p:nvSpPr>
        <p:spPr>
          <a:xfrm>
            <a:off x="4526299" y="2359152"/>
            <a:ext cx="1062900" cy="288000"/>
          </a:xfrm>
          <a:prstGeom prst="rect">
            <a:avLst/>
          </a:prstGeom>
          <a:solidFill>
            <a:srgbClr val="F4F8FA"/>
          </a:solidFill>
          <a:ln cap="flat" cmpd="sng" w="7150">
            <a:solidFill>
              <a:srgbClr val="D5DEE3"/>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65" name="Google Shape;265;p27"/>
          <p:cNvSpPr txBox="1"/>
          <p:nvPr/>
        </p:nvSpPr>
        <p:spPr>
          <a:xfrm>
            <a:off x="4581163" y="2359152"/>
            <a:ext cx="953400" cy="288000"/>
          </a:xfrm>
          <a:prstGeom prst="rect">
            <a:avLst/>
          </a:prstGeom>
          <a:noFill/>
          <a:ln>
            <a:noFill/>
          </a:ln>
        </p:spPr>
        <p:txBody>
          <a:bodyPr anchorCtr="0" anchor="ctr"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5A6B75"/>
                </a:solidFill>
                <a:latin typeface="Arial"/>
                <a:ea typeface="Arial"/>
                <a:cs typeface="Arial"/>
                <a:sym typeface="Arial"/>
              </a:rPr>
              <a:t>≈ 650 °C</a:t>
            </a:r>
            <a:endParaRPr sz="1100"/>
          </a:p>
        </p:txBody>
      </p:sp>
      <p:sp>
        <p:nvSpPr>
          <p:cNvPr id="266" name="Google Shape;266;p27"/>
          <p:cNvSpPr/>
          <p:nvPr/>
        </p:nvSpPr>
        <p:spPr>
          <a:xfrm>
            <a:off x="5589293" y="2359152"/>
            <a:ext cx="1440300" cy="288000"/>
          </a:xfrm>
          <a:prstGeom prst="rect">
            <a:avLst/>
          </a:prstGeom>
          <a:solidFill>
            <a:srgbClr val="F4F8FA"/>
          </a:solidFill>
          <a:ln cap="flat" cmpd="sng" w="7150">
            <a:solidFill>
              <a:srgbClr val="D5DEE3"/>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67" name="Google Shape;267;p27"/>
          <p:cNvSpPr txBox="1"/>
          <p:nvPr/>
        </p:nvSpPr>
        <p:spPr>
          <a:xfrm>
            <a:off x="5644157" y="2359152"/>
            <a:ext cx="1330500" cy="288000"/>
          </a:xfrm>
          <a:prstGeom prst="rect">
            <a:avLst/>
          </a:prstGeom>
          <a:noFill/>
          <a:ln>
            <a:noFill/>
          </a:ln>
        </p:spPr>
        <p:txBody>
          <a:bodyPr anchorCtr="0" anchor="ctr"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5A6B75"/>
                </a:solidFill>
                <a:latin typeface="Arial"/>
                <a:ea typeface="Arial"/>
                <a:cs typeface="Arial"/>
                <a:sym typeface="Arial"/>
              </a:rPr>
              <a:t>H₂ · gas · biogas</a:t>
            </a:r>
            <a:endParaRPr sz="1100"/>
          </a:p>
        </p:txBody>
      </p:sp>
      <p:sp>
        <p:nvSpPr>
          <p:cNvPr id="268" name="Google Shape;268;p27"/>
          <p:cNvSpPr/>
          <p:nvPr/>
        </p:nvSpPr>
        <p:spPr>
          <a:xfrm>
            <a:off x="7029479" y="2359152"/>
            <a:ext cx="1737300" cy="288000"/>
          </a:xfrm>
          <a:prstGeom prst="rect">
            <a:avLst/>
          </a:prstGeom>
          <a:solidFill>
            <a:srgbClr val="F4F8FA"/>
          </a:solidFill>
          <a:ln cap="flat" cmpd="sng" w="7150">
            <a:solidFill>
              <a:srgbClr val="D5DEE3"/>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69" name="Google Shape;269;p27"/>
          <p:cNvSpPr txBox="1"/>
          <p:nvPr/>
        </p:nvSpPr>
        <p:spPr>
          <a:xfrm>
            <a:off x="7084343" y="2359152"/>
            <a:ext cx="1627800" cy="288000"/>
          </a:xfrm>
          <a:prstGeom prst="rect">
            <a:avLst/>
          </a:prstGeom>
          <a:noFill/>
          <a:ln>
            <a:noFill/>
          </a:ln>
        </p:spPr>
        <p:txBody>
          <a:bodyPr anchorCtr="0" anchor="ctr"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5A6B75"/>
                </a:solidFill>
                <a:latin typeface="Arial"/>
                <a:ea typeface="Arial"/>
                <a:cs typeface="Arial"/>
                <a:sym typeface="Arial"/>
              </a:rPr>
              <a:t>Large stationary power</a:t>
            </a:r>
            <a:endParaRPr sz="1100"/>
          </a:p>
        </p:txBody>
      </p:sp>
      <p:sp>
        <p:nvSpPr>
          <p:cNvPr id="270" name="Google Shape;270;p27"/>
          <p:cNvSpPr/>
          <p:nvPr/>
        </p:nvSpPr>
        <p:spPr>
          <a:xfrm>
            <a:off x="377192" y="2647188"/>
            <a:ext cx="1680300" cy="288000"/>
          </a:xfrm>
          <a:prstGeom prst="rect">
            <a:avLst/>
          </a:prstGeom>
          <a:solidFill>
            <a:srgbClr val="FFFFFF"/>
          </a:solidFill>
          <a:ln cap="flat" cmpd="sng" w="7150">
            <a:solidFill>
              <a:srgbClr val="D5DEE3"/>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71" name="Google Shape;271;p27"/>
          <p:cNvSpPr txBox="1"/>
          <p:nvPr/>
        </p:nvSpPr>
        <p:spPr>
          <a:xfrm>
            <a:off x="432056" y="2647188"/>
            <a:ext cx="1570500" cy="288000"/>
          </a:xfrm>
          <a:prstGeom prst="rect">
            <a:avLst/>
          </a:prstGeom>
          <a:noFill/>
          <a:ln>
            <a:noFill/>
          </a:ln>
        </p:spPr>
        <p:txBody>
          <a:bodyPr anchorCtr="0" anchor="ctr" bIns="34275" lIns="34275" spcFirstLastPara="1" rIns="34275" wrap="square" tIns="34275">
            <a:noAutofit/>
          </a:bodyPr>
          <a:lstStyle/>
          <a:p>
            <a:pPr indent="0" lvl="0" marL="0" marR="0" rtl="0" algn="l">
              <a:lnSpc>
                <a:spcPct val="101666"/>
              </a:lnSpc>
              <a:spcBef>
                <a:spcPts val="0"/>
              </a:spcBef>
              <a:spcAft>
                <a:spcPts val="0"/>
              </a:spcAft>
              <a:buNone/>
            </a:pPr>
            <a:r>
              <a:rPr b="1" i="0" lang="en" sz="700">
                <a:solidFill>
                  <a:srgbClr val="14303F"/>
                </a:solidFill>
                <a:latin typeface="Arial"/>
                <a:ea typeface="Arial"/>
                <a:cs typeface="Arial"/>
                <a:sym typeface="Arial"/>
              </a:rPr>
              <a:t>Solid Oxide</a:t>
            </a:r>
            <a:endParaRPr sz="1100"/>
          </a:p>
        </p:txBody>
      </p:sp>
      <p:sp>
        <p:nvSpPr>
          <p:cNvPr id="272" name="Google Shape;272;p27"/>
          <p:cNvSpPr/>
          <p:nvPr/>
        </p:nvSpPr>
        <p:spPr>
          <a:xfrm>
            <a:off x="2057408" y="2647188"/>
            <a:ext cx="582900" cy="288000"/>
          </a:xfrm>
          <a:prstGeom prst="rect">
            <a:avLst/>
          </a:prstGeom>
          <a:solidFill>
            <a:srgbClr val="FFFFFF"/>
          </a:solidFill>
          <a:ln cap="flat" cmpd="sng" w="7150">
            <a:solidFill>
              <a:srgbClr val="D5DEE3"/>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73" name="Google Shape;273;p27"/>
          <p:cNvSpPr txBox="1"/>
          <p:nvPr/>
        </p:nvSpPr>
        <p:spPr>
          <a:xfrm>
            <a:off x="2112273" y="2647188"/>
            <a:ext cx="473100" cy="288000"/>
          </a:xfrm>
          <a:prstGeom prst="rect">
            <a:avLst/>
          </a:prstGeom>
          <a:noFill/>
          <a:ln>
            <a:noFill/>
          </a:ln>
        </p:spPr>
        <p:txBody>
          <a:bodyPr anchorCtr="0" anchor="ctr"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5A6B75"/>
                </a:solidFill>
                <a:latin typeface="Arial"/>
                <a:ea typeface="Arial"/>
                <a:cs typeface="Arial"/>
                <a:sym typeface="Arial"/>
              </a:rPr>
              <a:t>SOFC</a:t>
            </a:r>
            <a:endParaRPr sz="1100"/>
          </a:p>
        </p:txBody>
      </p:sp>
      <p:sp>
        <p:nvSpPr>
          <p:cNvPr id="274" name="Google Shape;274;p27"/>
          <p:cNvSpPr/>
          <p:nvPr/>
        </p:nvSpPr>
        <p:spPr>
          <a:xfrm>
            <a:off x="2640341" y="2647188"/>
            <a:ext cx="1886100" cy="288000"/>
          </a:xfrm>
          <a:prstGeom prst="rect">
            <a:avLst/>
          </a:prstGeom>
          <a:solidFill>
            <a:srgbClr val="FFFFFF"/>
          </a:solidFill>
          <a:ln cap="flat" cmpd="sng" w="7150">
            <a:solidFill>
              <a:srgbClr val="D5DEE3"/>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75" name="Google Shape;275;p27"/>
          <p:cNvSpPr txBox="1"/>
          <p:nvPr/>
        </p:nvSpPr>
        <p:spPr>
          <a:xfrm>
            <a:off x="2695205" y="2647188"/>
            <a:ext cx="1776300" cy="288000"/>
          </a:xfrm>
          <a:prstGeom prst="rect">
            <a:avLst/>
          </a:prstGeom>
          <a:noFill/>
          <a:ln>
            <a:noFill/>
          </a:ln>
        </p:spPr>
        <p:txBody>
          <a:bodyPr anchorCtr="0" anchor="ctr"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5A6B75"/>
                </a:solidFill>
                <a:latin typeface="Arial"/>
                <a:ea typeface="Arial"/>
                <a:cs typeface="Arial"/>
                <a:sym typeface="Arial"/>
              </a:rPr>
              <a:t>Ceramic oxide · O²-</a:t>
            </a:r>
            <a:endParaRPr sz="1100"/>
          </a:p>
        </p:txBody>
      </p:sp>
      <p:sp>
        <p:nvSpPr>
          <p:cNvPr id="276" name="Google Shape;276;p27"/>
          <p:cNvSpPr/>
          <p:nvPr/>
        </p:nvSpPr>
        <p:spPr>
          <a:xfrm>
            <a:off x="4526299" y="2647188"/>
            <a:ext cx="1062900" cy="288000"/>
          </a:xfrm>
          <a:prstGeom prst="rect">
            <a:avLst/>
          </a:prstGeom>
          <a:solidFill>
            <a:srgbClr val="FFFFFF"/>
          </a:solidFill>
          <a:ln cap="flat" cmpd="sng" w="7150">
            <a:solidFill>
              <a:srgbClr val="D5DEE3"/>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77" name="Google Shape;277;p27"/>
          <p:cNvSpPr txBox="1"/>
          <p:nvPr/>
        </p:nvSpPr>
        <p:spPr>
          <a:xfrm>
            <a:off x="4581163" y="2647188"/>
            <a:ext cx="953400" cy="288000"/>
          </a:xfrm>
          <a:prstGeom prst="rect">
            <a:avLst/>
          </a:prstGeom>
          <a:noFill/>
          <a:ln>
            <a:noFill/>
          </a:ln>
        </p:spPr>
        <p:txBody>
          <a:bodyPr anchorCtr="0" anchor="ctr"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5A6B75"/>
                </a:solidFill>
                <a:latin typeface="Arial"/>
                <a:ea typeface="Arial"/>
                <a:cs typeface="Arial"/>
                <a:sym typeface="Arial"/>
              </a:rPr>
              <a:t>500 – 1000 °C</a:t>
            </a:r>
            <a:endParaRPr sz="1100"/>
          </a:p>
        </p:txBody>
      </p:sp>
      <p:sp>
        <p:nvSpPr>
          <p:cNvPr id="278" name="Google Shape;278;p27"/>
          <p:cNvSpPr/>
          <p:nvPr/>
        </p:nvSpPr>
        <p:spPr>
          <a:xfrm>
            <a:off x="5589293" y="2647188"/>
            <a:ext cx="1440300" cy="288000"/>
          </a:xfrm>
          <a:prstGeom prst="rect">
            <a:avLst/>
          </a:prstGeom>
          <a:solidFill>
            <a:srgbClr val="FFFFFF"/>
          </a:solidFill>
          <a:ln cap="flat" cmpd="sng" w="7150">
            <a:solidFill>
              <a:srgbClr val="D5DEE3"/>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79" name="Google Shape;279;p27"/>
          <p:cNvSpPr txBox="1"/>
          <p:nvPr/>
        </p:nvSpPr>
        <p:spPr>
          <a:xfrm>
            <a:off x="5644157" y="2647188"/>
            <a:ext cx="1330500" cy="288000"/>
          </a:xfrm>
          <a:prstGeom prst="rect">
            <a:avLst/>
          </a:prstGeom>
          <a:noFill/>
          <a:ln>
            <a:noFill/>
          </a:ln>
        </p:spPr>
        <p:txBody>
          <a:bodyPr anchorCtr="0" anchor="ctr"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5A6B75"/>
                </a:solidFill>
                <a:latin typeface="Arial"/>
                <a:ea typeface="Arial"/>
                <a:cs typeface="Arial"/>
                <a:sym typeface="Arial"/>
              </a:rPr>
              <a:t>H₂ · CO · hydrocarbons</a:t>
            </a:r>
            <a:endParaRPr sz="1100"/>
          </a:p>
        </p:txBody>
      </p:sp>
      <p:sp>
        <p:nvSpPr>
          <p:cNvPr id="280" name="Google Shape;280;p27"/>
          <p:cNvSpPr/>
          <p:nvPr/>
        </p:nvSpPr>
        <p:spPr>
          <a:xfrm>
            <a:off x="7029479" y="2647188"/>
            <a:ext cx="1737300" cy="288000"/>
          </a:xfrm>
          <a:prstGeom prst="rect">
            <a:avLst/>
          </a:prstGeom>
          <a:solidFill>
            <a:srgbClr val="FFFFFF"/>
          </a:solidFill>
          <a:ln cap="flat" cmpd="sng" w="7150">
            <a:solidFill>
              <a:srgbClr val="D5DEE3"/>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81" name="Google Shape;281;p27"/>
          <p:cNvSpPr txBox="1"/>
          <p:nvPr/>
        </p:nvSpPr>
        <p:spPr>
          <a:xfrm>
            <a:off x="7084343" y="2647188"/>
            <a:ext cx="1627800" cy="288000"/>
          </a:xfrm>
          <a:prstGeom prst="rect">
            <a:avLst/>
          </a:prstGeom>
          <a:noFill/>
          <a:ln>
            <a:noFill/>
          </a:ln>
        </p:spPr>
        <p:txBody>
          <a:bodyPr anchorCtr="0" anchor="ctr"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5A6B75"/>
                </a:solidFill>
                <a:latin typeface="Arial"/>
                <a:ea typeface="Arial"/>
                <a:cs typeface="Arial"/>
                <a:sym typeface="Arial"/>
              </a:rPr>
              <a:t>High-efficiency stationary</a:t>
            </a:r>
            <a:endParaRPr sz="1100"/>
          </a:p>
        </p:txBody>
      </p:sp>
      <p:sp>
        <p:nvSpPr>
          <p:cNvPr id="282" name="Google Shape;282;p27"/>
          <p:cNvSpPr/>
          <p:nvPr/>
        </p:nvSpPr>
        <p:spPr>
          <a:xfrm>
            <a:off x="377192" y="2935224"/>
            <a:ext cx="1680300" cy="288000"/>
          </a:xfrm>
          <a:prstGeom prst="rect">
            <a:avLst/>
          </a:prstGeom>
          <a:solidFill>
            <a:srgbClr val="E6F2F3"/>
          </a:solidFill>
          <a:ln cap="flat" cmpd="sng" w="7150">
            <a:solidFill>
              <a:srgbClr val="D5DEE3"/>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83" name="Google Shape;283;p27"/>
          <p:cNvSpPr txBox="1"/>
          <p:nvPr/>
        </p:nvSpPr>
        <p:spPr>
          <a:xfrm>
            <a:off x="432056" y="2935224"/>
            <a:ext cx="1570500" cy="288000"/>
          </a:xfrm>
          <a:prstGeom prst="rect">
            <a:avLst/>
          </a:prstGeom>
          <a:noFill/>
          <a:ln>
            <a:noFill/>
          </a:ln>
        </p:spPr>
        <p:txBody>
          <a:bodyPr anchorCtr="0" anchor="ctr" bIns="34275" lIns="34275" spcFirstLastPara="1" rIns="34275" wrap="square" tIns="34275">
            <a:noAutofit/>
          </a:bodyPr>
          <a:lstStyle/>
          <a:p>
            <a:pPr indent="0" lvl="0" marL="0" marR="0" rtl="0" algn="l">
              <a:lnSpc>
                <a:spcPct val="101666"/>
              </a:lnSpc>
              <a:spcBef>
                <a:spcPts val="0"/>
              </a:spcBef>
              <a:spcAft>
                <a:spcPts val="0"/>
              </a:spcAft>
              <a:buNone/>
            </a:pPr>
            <a:r>
              <a:rPr b="1" i="0" lang="en" sz="700">
                <a:solidFill>
                  <a:srgbClr val="0E7C86"/>
                </a:solidFill>
                <a:latin typeface="Arial"/>
                <a:ea typeface="Arial"/>
                <a:cs typeface="Arial"/>
                <a:sym typeface="Arial"/>
              </a:rPr>
              <a:t>Direct Methanol</a:t>
            </a:r>
            <a:endParaRPr sz="1100"/>
          </a:p>
        </p:txBody>
      </p:sp>
      <p:sp>
        <p:nvSpPr>
          <p:cNvPr id="284" name="Google Shape;284;p27"/>
          <p:cNvSpPr/>
          <p:nvPr/>
        </p:nvSpPr>
        <p:spPr>
          <a:xfrm>
            <a:off x="2057408" y="2935224"/>
            <a:ext cx="582900" cy="288000"/>
          </a:xfrm>
          <a:prstGeom prst="rect">
            <a:avLst/>
          </a:prstGeom>
          <a:solidFill>
            <a:srgbClr val="E6F2F3"/>
          </a:solidFill>
          <a:ln cap="flat" cmpd="sng" w="7150">
            <a:solidFill>
              <a:srgbClr val="D5DEE3"/>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85" name="Google Shape;285;p27"/>
          <p:cNvSpPr txBox="1"/>
          <p:nvPr/>
        </p:nvSpPr>
        <p:spPr>
          <a:xfrm>
            <a:off x="2112273" y="2935224"/>
            <a:ext cx="473100" cy="288000"/>
          </a:xfrm>
          <a:prstGeom prst="rect">
            <a:avLst/>
          </a:prstGeom>
          <a:noFill/>
          <a:ln>
            <a:noFill/>
          </a:ln>
        </p:spPr>
        <p:txBody>
          <a:bodyPr anchorCtr="0" anchor="ctr"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0E7C86"/>
                </a:solidFill>
                <a:latin typeface="Arial"/>
                <a:ea typeface="Arial"/>
                <a:cs typeface="Arial"/>
                <a:sym typeface="Arial"/>
              </a:rPr>
              <a:t>DMFC</a:t>
            </a:r>
            <a:endParaRPr sz="1100"/>
          </a:p>
        </p:txBody>
      </p:sp>
      <p:sp>
        <p:nvSpPr>
          <p:cNvPr id="286" name="Google Shape;286;p27"/>
          <p:cNvSpPr/>
          <p:nvPr/>
        </p:nvSpPr>
        <p:spPr>
          <a:xfrm>
            <a:off x="2640341" y="2935224"/>
            <a:ext cx="1886100" cy="288000"/>
          </a:xfrm>
          <a:prstGeom prst="rect">
            <a:avLst/>
          </a:prstGeom>
          <a:solidFill>
            <a:srgbClr val="E6F2F3"/>
          </a:solidFill>
          <a:ln cap="flat" cmpd="sng" w="7150">
            <a:solidFill>
              <a:srgbClr val="D5DEE3"/>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87" name="Google Shape;287;p27"/>
          <p:cNvSpPr txBox="1"/>
          <p:nvPr/>
        </p:nvSpPr>
        <p:spPr>
          <a:xfrm>
            <a:off x="2695205" y="2935224"/>
            <a:ext cx="1776300" cy="288000"/>
          </a:xfrm>
          <a:prstGeom prst="rect">
            <a:avLst/>
          </a:prstGeom>
          <a:noFill/>
          <a:ln>
            <a:noFill/>
          </a:ln>
        </p:spPr>
        <p:txBody>
          <a:bodyPr anchorCtr="0" anchor="ctr"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0E7C86"/>
                </a:solidFill>
                <a:latin typeface="Arial"/>
                <a:ea typeface="Arial"/>
                <a:cs typeface="Arial"/>
                <a:sym typeface="Arial"/>
              </a:rPr>
              <a:t>Polymer · H+</a:t>
            </a:r>
            <a:endParaRPr sz="1100"/>
          </a:p>
        </p:txBody>
      </p:sp>
      <p:sp>
        <p:nvSpPr>
          <p:cNvPr id="288" name="Google Shape;288;p27"/>
          <p:cNvSpPr/>
          <p:nvPr/>
        </p:nvSpPr>
        <p:spPr>
          <a:xfrm>
            <a:off x="4526299" y="2935224"/>
            <a:ext cx="1062900" cy="288000"/>
          </a:xfrm>
          <a:prstGeom prst="rect">
            <a:avLst/>
          </a:prstGeom>
          <a:solidFill>
            <a:srgbClr val="E6F2F3"/>
          </a:solidFill>
          <a:ln cap="flat" cmpd="sng" w="7150">
            <a:solidFill>
              <a:srgbClr val="D5DEE3"/>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89" name="Google Shape;289;p27"/>
          <p:cNvSpPr txBox="1"/>
          <p:nvPr/>
        </p:nvSpPr>
        <p:spPr>
          <a:xfrm>
            <a:off x="4581163" y="2935224"/>
            <a:ext cx="953400" cy="288000"/>
          </a:xfrm>
          <a:prstGeom prst="rect">
            <a:avLst/>
          </a:prstGeom>
          <a:noFill/>
          <a:ln>
            <a:noFill/>
          </a:ln>
        </p:spPr>
        <p:txBody>
          <a:bodyPr anchorCtr="0" anchor="ctr"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0E7C86"/>
                </a:solidFill>
                <a:latin typeface="Arial"/>
                <a:ea typeface="Arial"/>
                <a:cs typeface="Arial"/>
                <a:sym typeface="Arial"/>
              </a:rPr>
              <a:t>60 – 130 °C</a:t>
            </a:r>
            <a:endParaRPr sz="1100"/>
          </a:p>
        </p:txBody>
      </p:sp>
      <p:sp>
        <p:nvSpPr>
          <p:cNvPr id="290" name="Google Shape;290;p27"/>
          <p:cNvSpPr/>
          <p:nvPr/>
        </p:nvSpPr>
        <p:spPr>
          <a:xfrm>
            <a:off x="5589293" y="2935224"/>
            <a:ext cx="1440300" cy="288000"/>
          </a:xfrm>
          <a:prstGeom prst="rect">
            <a:avLst/>
          </a:prstGeom>
          <a:solidFill>
            <a:srgbClr val="E6F2F3"/>
          </a:solidFill>
          <a:ln cap="flat" cmpd="sng" w="7150">
            <a:solidFill>
              <a:srgbClr val="D5DEE3"/>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91" name="Google Shape;291;p27"/>
          <p:cNvSpPr txBox="1"/>
          <p:nvPr/>
        </p:nvSpPr>
        <p:spPr>
          <a:xfrm>
            <a:off x="5644157" y="2935224"/>
            <a:ext cx="1330500" cy="288000"/>
          </a:xfrm>
          <a:prstGeom prst="rect">
            <a:avLst/>
          </a:prstGeom>
          <a:noFill/>
          <a:ln>
            <a:noFill/>
          </a:ln>
        </p:spPr>
        <p:txBody>
          <a:bodyPr anchorCtr="0" anchor="ctr"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0E7C86"/>
                </a:solidFill>
                <a:latin typeface="Arial"/>
                <a:ea typeface="Arial"/>
                <a:cs typeface="Arial"/>
                <a:sym typeface="Arial"/>
              </a:rPr>
              <a:t>Methanol + water</a:t>
            </a:r>
            <a:endParaRPr sz="1100"/>
          </a:p>
        </p:txBody>
      </p:sp>
      <p:sp>
        <p:nvSpPr>
          <p:cNvPr id="292" name="Google Shape;292;p27"/>
          <p:cNvSpPr/>
          <p:nvPr/>
        </p:nvSpPr>
        <p:spPr>
          <a:xfrm>
            <a:off x="7029479" y="2935224"/>
            <a:ext cx="1737300" cy="288000"/>
          </a:xfrm>
          <a:prstGeom prst="rect">
            <a:avLst/>
          </a:prstGeom>
          <a:solidFill>
            <a:srgbClr val="E6F2F3"/>
          </a:solidFill>
          <a:ln cap="flat" cmpd="sng" w="7150">
            <a:solidFill>
              <a:srgbClr val="D5DEE3"/>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93" name="Google Shape;293;p27"/>
          <p:cNvSpPr txBox="1"/>
          <p:nvPr/>
        </p:nvSpPr>
        <p:spPr>
          <a:xfrm>
            <a:off x="7084343" y="2935224"/>
            <a:ext cx="1627800" cy="288000"/>
          </a:xfrm>
          <a:prstGeom prst="rect">
            <a:avLst/>
          </a:prstGeom>
          <a:noFill/>
          <a:ln>
            <a:noFill/>
          </a:ln>
        </p:spPr>
        <p:txBody>
          <a:bodyPr anchorCtr="0" anchor="ctr"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0E7C86"/>
                </a:solidFill>
                <a:latin typeface="Arial"/>
                <a:ea typeface="Arial"/>
                <a:cs typeface="Arial"/>
                <a:sym typeface="Arial"/>
              </a:rPr>
              <a:t>Portable, low power, long runtime</a:t>
            </a:r>
            <a:endParaRPr sz="1100"/>
          </a:p>
        </p:txBody>
      </p:sp>
      <p:sp>
        <p:nvSpPr>
          <p:cNvPr id="294" name="Google Shape;294;p27"/>
          <p:cNvSpPr/>
          <p:nvPr/>
        </p:nvSpPr>
        <p:spPr>
          <a:xfrm>
            <a:off x="377192" y="3374136"/>
            <a:ext cx="4080600" cy="891600"/>
          </a:xfrm>
          <a:prstGeom prst="roundRect">
            <a:avLst>
              <a:gd fmla="val 5384" name="adj"/>
            </a:avLst>
          </a:prstGeom>
          <a:solidFill>
            <a:srgbClr val="E6F2F3"/>
          </a:solidFill>
          <a:ln cap="flat" cmpd="sng" w="7150">
            <a:solidFill>
              <a:srgbClr val="C2DEE0"/>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95" name="Google Shape;295;p27"/>
          <p:cNvSpPr txBox="1"/>
          <p:nvPr/>
        </p:nvSpPr>
        <p:spPr>
          <a:xfrm>
            <a:off x="493778" y="3494837"/>
            <a:ext cx="3847200" cy="2022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900">
                <a:solidFill>
                  <a:srgbClr val="0E7C86"/>
                </a:solidFill>
                <a:latin typeface="Arial"/>
                <a:ea typeface="Arial"/>
                <a:cs typeface="Arial"/>
                <a:sym typeface="Arial"/>
              </a:rPr>
              <a:t>The two highlighted rows share a membrane</a:t>
            </a:r>
            <a:endParaRPr sz="1100"/>
          </a:p>
        </p:txBody>
      </p:sp>
      <p:sp>
        <p:nvSpPr>
          <p:cNvPr id="296" name="Google Shape;296;p27"/>
          <p:cNvSpPr txBox="1"/>
          <p:nvPr/>
        </p:nvSpPr>
        <p:spPr>
          <a:xfrm>
            <a:off x="493778" y="3676478"/>
            <a:ext cx="3847200" cy="3012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800">
                <a:solidFill>
                  <a:srgbClr val="14303F"/>
                </a:solidFill>
                <a:latin typeface="Arial"/>
                <a:ea typeface="Arial"/>
                <a:cs typeface="Arial"/>
                <a:sym typeface="Arial"/>
              </a:rPr>
              <a:t>PEMFC and DMFC are both low-temperature polymer-membrane cells, so both start quickly and follow load. They differ only in the fuel.</a:t>
            </a:r>
            <a:endParaRPr sz="1100"/>
          </a:p>
        </p:txBody>
      </p:sp>
      <p:sp>
        <p:nvSpPr>
          <p:cNvPr id="297" name="Google Shape;297;p27"/>
          <p:cNvSpPr/>
          <p:nvPr/>
        </p:nvSpPr>
        <p:spPr>
          <a:xfrm>
            <a:off x="4684033" y="3374136"/>
            <a:ext cx="4080600" cy="891600"/>
          </a:xfrm>
          <a:prstGeom prst="roundRect">
            <a:avLst>
              <a:gd fmla="val 5384" name="adj"/>
            </a:avLst>
          </a:prstGeom>
          <a:solidFill>
            <a:srgbClr val="F4F8FA"/>
          </a:solidFill>
          <a:ln cap="flat" cmpd="sng" w="7150">
            <a:solidFill>
              <a:srgbClr val="D5DEE3"/>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98" name="Google Shape;298;p27"/>
          <p:cNvSpPr txBox="1"/>
          <p:nvPr/>
        </p:nvSpPr>
        <p:spPr>
          <a:xfrm>
            <a:off x="4800620" y="3494837"/>
            <a:ext cx="3847200" cy="2022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900">
                <a:solidFill>
                  <a:srgbClr val="14303F"/>
                </a:solidFill>
                <a:latin typeface="Arial"/>
                <a:ea typeface="Arial"/>
                <a:cs typeface="Arial"/>
                <a:sym typeface="Arial"/>
              </a:rPr>
              <a:t>Read it by column, not by row</a:t>
            </a:r>
            <a:endParaRPr sz="1100"/>
          </a:p>
        </p:txBody>
      </p:sp>
      <p:sp>
        <p:nvSpPr>
          <p:cNvPr id="299" name="Google Shape;299;p27"/>
          <p:cNvSpPr txBox="1"/>
          <p:nvPr/>
        </p:nvSpPr>
        <p:spPr>
          <a:xfrm>
            <a:off x="4800620" y="3676478"/>
            <a:ext cx="3847200" cy="3012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800">
                <a:solidFill>
                  <a:srgbClr val="14303F"/>
                </a:solidFill>
                <a:latin typeface="Arial"/>
                <a:ea typeface="Arial"/>
                <a:cs typeface="Arial"/>
                <a:sym typeface="Arial"/>
              </a:rPr>
              <a:t>Electrolyte → which ion moves → what temperature the materials need → which fuel is tolerated. The whole table follows from column three.</a:t>
            </a:r>
            <a:endParaRPr sz="1100"/>
          </a:p>
        </p:txBody>
      </p:sp>
      <p:sp>
        <p:nvSpPr>
          <p:cNvPr id="300" name="Google Shape;300;p27"/>
          <p:cNvSpPr txBox="1"/>
          <p:nvPr/>
        </p:nvSpPr>
        <p:spPr>
          <a:xfrm>
            <a:off x="342901" y="4416552"/>
            <a:ext cx="8389500" cy="1920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800">
                <a:solidFill>
                  <a:srgbClr val="14303F"/>
                </a:solidFill>
                <a:latin typeface="Arial"/>
                <a:ea typeface="Arial"/>
                <a:cs typeface="Arial"/>
                <a:sym typeface="Arial"/>
              </a:rPr>
              <a:t>A DMFC is best understood as a PEMFC fed a liquid — which is why the rest of this deck takes those two.</a:t>
            </a:r>
            <a:endParaRPr sz="1100"/>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28"/>
          <p:cNvSpPr txBox="1"/>
          <p:nvPr/>
        </p:nvSpPr>
        <p:spPr>
          <a:xfrm>
            <a:off x="342901" y="274320"/>
            <a:ext cx="8389500" cy="1509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700">
                <a:solidFill>
                  <a:srgbClr val="C77A12"/>
                </a:solidFill>
                <a:latin typeface="Arial"/>
                <a:ea typeface="Arial"/>
                <a:cs typeface="Arial"/>
                <a:sym typeface="Arial"/>
              </a:rPr>
              <a:t>01 · FOUNDATIONS</a:t>
            </a:r>
            <a:endParaRPr sz="1100"/>
          </a:p>
        </p:txBody>
      </p:sp>
      <p:sp>
        <p:nvSpPr>
          <p:cNvPr id="307" name="Google Shape;307;p28"/>
          <p:cNvSpPr txBox="1"/>
          <p:nvPr/>
        </p:nvSpPr>
        <p:spPr>
          <a:xfrm>
            <a:off x="342901" y="452628"/>
            <a:ext cx="8458200" cy="3708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2000">
                <a:solidFill>
                  <a:srgbClr val="14303F"/>
                </a:solidFill>
                <a:latin typeface="Arial"/>
                <a:ea typeface="Arial"/>
                <a:cs typeface="Arial"/>
                <a:sym typeface="Arial"/>
              </a:rPr>
              <a:t>What they actually look like</a:t>
            </a:r>
            <a:endParaRPr sz="1100"/>
          </a:p>
        </p:txBody>
      </p:sp>
      <p:sp>
        <p:nvSpPr>
          <p:cNvPr id="308" name="Google Shape;308;p28"/>
          <p:cNvSpPr txBox="1"/>
          <p:nvPr/>
        </p:nvSpPr>
        <p:spPr>
          <a:xfrm>
            <a:off x="342901" y="795909"/>
            <a:ext cx="8458200" cy="2022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900">
                <a:solidFill>
                  <a:srgbClr val="5A6B75"/>
                </a:solidFill>
                <a:latin typeface="Arial"/>
                <a:ea typeface="Arial"/>
                <a:cs typeface="Arial"/>
                <a:sym typeface="Arial"/>
              </a:rPr>
              <a:t>Three of those six types as real machines. Temperature decides the packaging far more than the chemistry does.</a:t>
            </a:r>
            <a:endParaRPr sz="1100"/>
          </a:p>
        </p:txBody>
      </p:sp>
      <p:pic>
        <p:nvPicPr>
          <p:cNvPr descr="photo_dmfc.png" id="309" name="Google Shape;309;p28"/>
          <p:cNvPicPr preferRelativeResize="0"/>
          <p:nvPr/>
        </p:nvPicPr>
        <p:blipFill rotWithShape="1">
          <a:blip r:embed="rId3">
            <a:alphaModFix/>
          </a:blip>
          <a:srcRect b="0" l="0" r="0" t="0"/>
          <a:stretch/>
        </p:blipFill>
        <p:spPr>
          <a:xfrm>
            <a:off x="377192" y="1207008"/>
            <a:ext cx="2659373" cy="1772914"/>
          </a:xfrm>
          <a:prstGeom prst="rect">
            <a:avLst/>
          </a:prstGeom>
          <a:noFill/>
          <a:ln>
            <a:noFill/>
          </a:ln>
        </p:spPr>
      </p:pic>
      <p:sp>
        <p:nvSpPr>
          <p:cNvPr id="310" name="Google Shape;310;p28"/>
          <p:cNvSpPr/>
          <p:nvPr/>
        </p:nvSpPr>
        <p:spPr>
          <a:xfrm>
            <a:off x="377192" y="1207008"/>
            <a:ext cx="2659200" cy="1773000"/>
          </a:xfrm>
          <a:prstGeom prst="rect">
            <a:avLst/>
          </a:prstGeom>
          <a:noFill/>
          <a:ln cap="flat" cmpd="sng" w="9525">
            <a:solidFill>
              <a:srgbClr val="EFCFC8"/>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11" name="Google Shape;311;p28"/>
          <p:cNvSpPr txBox="1"/>
          <p:nvPr/>
        </p:nvSpPr>
        <p:spPr>
          <a:xfrm>
            <a:off x="342901" y="3075935"/>
            <a:ext cx="2727900" cy="2058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900">
                <a:solidFill>
                  <a:srgbClr val="B5342A"/>
                </a:solidFill>
                <a:latin typeface="Arial"/>
                <a:ea typeface="Arial"/>
                <a:cs typeface="Arial"/>
                <a:sym typeface="Arial"/>
              </a:rPr>
              <a:t>Portable DMFC module</a:t>
            </a:r>
            <a:endParaRPr sz="1100"/>
          </a:p>
        </p:txBody>
      </p:sp>
      <p:sp>
        <p:nvSpPr>
          <p:cNvPr id="312" name="Google Shape;312;p28"/>
          <p:cNvSpPr txBox="1"/>
          <p:nvPr/>
        </p:nvSpPr>
        <p:spPr>
          <a:xfrm>
            <a:off x="342901" y="3309107"/>
            <a:ext cx="2727900" cy="6858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14303F"/>
                </a:solidFill>
                <a:latin typeface="Arial"/>
                <a:ea typeface="Arial"/>
                <a:cs typeface="Arial"/>
                <a:sym typeface="Arial"/>
              </a:rPr>
              <a:t>The ribbed block is the stack. The rest — cartridge, pump, tubing — is balance of plant, and it is larger than the stack.</a:t>
            </a:r>
            <a:endParaRPr sz="1100"/>
          </a:p>
        </p:txBody>
      </p:sp>
      <p:pic>
        <p:nvPicPr>
          <p:cNvPr descr="photo_sofc.png" id="313" name="Google Shape;313;p28"/>
          <p:cNvPicPr preferRelativeResize="0"/>
          <p:nvPr/>
        </p:nvPicPr>
        <p:blipFill rotWithShape="1">
          <a:blip r:embed="rId4">
            <a:alphaModFix/>
          </a:blip>
          <a:srcRect b="0" l="0" r="0" t="0"/>
          <a:stretch/>
        </p:blipFill>
        <p:spPr>
          <a:xfrm>
            <a:off x="3242315" y="1207008"/>
            <a:ext cx="2659371" cy="1772914"/>
          </a:xfrm>
          <a:prstGeom prst="rect">
            <a:avLst/>
          </a:prstGeom>
          <a:noFill/>
          <a:ln>
            <a:noFill/>
          </a:ln>
        </p:spPr>
      </p:pic>
      <p:sp>
        <p:nvSpPr>
          <p:cNvPr id="314" name="Google Shape;314;p28"/>
          <p:cNvSpPr/>
          <p:nvPr/>
        </p:nvSpPr>
        <p:spPr>
          <a:xfrm>
            <a:off x="3242315" y="1207008"/>
            <a:ext cx="2659200" cy="1773000"/>
          </a:xfrm>
          <a:prstGeom prst="rect">
            <a:avLst/>
          </a:prstGeom>
          <a:noFill/>
          <a:ln cap="flat" cmpd="sng" w="9525">
            <a:solidFill>
              <a:srgbClr val="F0D7AC"/>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15" name="Google Shape;315;p28"/>
          <p:cNvSpPr txBox="1"/>
          <p:nvPr/>
        </p:nvSpPr>
        <p:spPr>
          <a:xfrm>
            <a:off x="3208025" y="3075935"/>
            <a:ext cx="2727900" cy="2058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900">
                <a:solidFill>
                  <a:srgbClr val="C77A12"/>
                </a:solidFill>
                <a:latin typeface="Arial"/>
                <a:ea typeface="Arial"/>
                <a:cs typeface="Arial"/>
                <a:sym typeface="Arial"/>
              </a:rPr>
              <a:t>SOFC cells on a test rig</a:t>
            </a:r>
            <a:endParaRPr sz="1100"/>
          </a:p>
        </p:txBody>
      </p:sp>
      <p:sp>
        <p:nvSpPr>
          <p:cNvPr id="316" name="Google Shape;316;p28"/>
          <p:cNvSpPr txBox="1"/>
          <p:nvPr/>
        </p:nvSpPr>
        <p:spPr>
          <a:xfrm>
            <a:off x="3208025" y="3309107"/>
            <a:ext cx="2727900" cy="6858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14303F"/>
                </a:solidFill>
                <a:latin typeface="Arial"/>
                <a:ea typeface="Arial"/>
                <a:cs typeface="Arial"/>
                <a:sym typeface="Arial"/>
              </a:rPr>
              <a:t>The mesh cages are insulation. At 500–1000 °C a ceramic cell needs what is effectively a furnace — hence stationary.</a:t>
            </a:r>
            <a:endParaRPr sz="1100"/>
          </a:p>
        </p:txBody>
      </p:sp>
      <p:pic>
        <p:nvPicPr>
          <p:cNvPr descr="photo_pemfc.png" id="317" name="Google Shape;317;p28"/>
          <p:cNvPicPr preferRelativeResize="0"/>
          <p:nvPr/>
        </p:nvPicPr>
        <p:blipFill rotWithShape="1">
          <a:blip r:embed="rId5">
            <a:alphaModFix/>
          </a:blip>
          <a:srcRect b="0" l="0" r="0" t="0"/>
          <a:stretch/>
        </p:blipFill>
        <p:spPr>
          <a:xfrm>
            <a:off x="6107439" y="1207008"/>
            <a:ext cx="2659372" cy="1772914"/>
          </a:xfrm>
          <a:prstGeom prst="rect">
            <a:avLst/>
          </a:prstGeom>
          <a:noFill/>
          <a:ln>
            <a:noFill/>
          </a:ln>
        </p:spPr>
      </p:pic>
      <p:sp>
        <p:nvSpPr>
          <p:cNvPr id="318" name="Google Shape;318;p28"/>
          <p:cNvSpPr/>
          <p:nvPr/>
        </p:nvSpPr>
        <p:spPr>
          <a:xfrm>
            <a:off x="6107439" y="1207008"/>
            <a:ext cx="2659200" cy="1773000"/>
          </a:xfrm>
          <a:prstGeom prst="rect">
            <a:avLst/>
          </a:prstGeom>
          <a:noFill/>
          <a:ln cap="flat" cmpd="sng" w="9525">
            <a:solidFill>
              <a:srgbClr val="C6DCEA"/>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19" name="Google Shape;319;p28"/>
          <p:cNvSpPr txBox="1"/>
          <p:nvPr/>
        </p:nvSpPr>
        <p:spPr>
          <a:xfrm>
            <a:off x="6073149" y="3075935"/>
            <a:ext cx="2727900" cy="2058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900">
                <a:solidFill>
                  <a:srgbClr val="1F6FA8"/>
                </a:solidFill>
                <a:latin typeface="Arial"/>
                <a:ea typeface="Arial"/>
                <a:cs typeface="Arial"/>
                <a:sym typeface="Arial"/>
              </a:rPr>
              <a:t>PEMFC stack on a bench</a:t>
            </a:r>
            <a:endParaRPr sz="1100"/>
          </a:p>
        </p:txBody>
      </p:sp>
      <p:sp>
        <p:nvSpPr>
          <p:cNvPr id="320" name="Google Shape;320;p28"/>
          <p:cNvSpPr txBox="1"/>
          <p:nvPr/>
        </p:nvSpPr>
        <p:spPr>
          <a:xfrm>
            <a:off x="6073149" y="3309107"/>
            <a:ext cx="2727900" cy="6858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14303F"/>
                </a:solidFill>
                <a:latin typeface="Arial"/>
                <a:ea typeface="Arial"/>
                <a:cs typeface="Arial"/>
                <a:sym typeface="Arial"/>
              </a:rPr>
              <a:t>You can count the cells. The yellow wires are per-cell voltage taps — what the controller monitors.</a:t>
            </a:r>
            <a:endParaRPr sz="1100"/>
          </a:p>
        </p:txBody>
      </p:sp>
      <p:sp>
        <p:nvSpPr>
          <p:cNvPr id="321" name="Google Shape;321;p28"/>
          <p:cNvSpPr txBox="1"/>
          <p:nvPr/>
        </p:nvSpPr>
        <p:spPr>
          <a:xfrm>
            <a:off x="342901" y="4238244"/>
            <a:ext cx="8389500" cy="1920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800">
                <a:solidFill>
                  <a:srgbClr val="14303F"/>
                </a:solidFill>
                <a:latin typeface="Arial"/>
                <a:ea typeface="Arial"/>
                <a:cs typeface="Arial"/>
                <a:sym typeface="Arial"/>
              </a:rPr>
              <a:t>Same three-layer sandwich in all three. What differs is everything built around it — and in the portable module, the stack is the small part.</a:t>
            </a:r>
            <a:endParaRPr sz="1100"/>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6" name="Shape 326"/>
        <p:cNvGrpSpPr/>
        <p:nvPr/>
      </p:nvGrpSpPr>
      <p:grpSpPr>
        <a:xfrm>
          <a:off x="0" y="0"/>
          <a:ext cx="0" cy="0"/>
          <a:chOff x="0" y="0"/>
          <a:chExt cx="0" cy="0"/>
        </a:xfrm>
      </p:grpSpPr>
      <p:sp>
        <p:nvSpPr>
          <p:cNvPr id="327" name="Google Shape;327;p29"/>
          <p:cNvSpPr txBox="1"/>
          <p:nvPr/>
        </p:nvSpPr>
        <p:spPr>
          <a:xfrm>
            <a:off x="342901" y="274320"/>
            <a:ext cx="8389500" cy="1509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700">
                <a:solidFill>
                  <a:srgbClr val="C77A12"/>
                </a:solidFill>
                <a:latin typeface="Arial"/>
                <a:ea typeface="Arial"/>
                <a:cs typeface="Arial"/>
                <a:sym typeface="Arial"/>
              </a:rPr>
              <a:t>02 · HOW IT WORKS</a:t>
            </a:r>
            <a:endParaRPr sz="1100"/>
          </a:p>
        </p:txBody>
      </p:sp>
      <p:sp>
        <p:nvSpPr>
          <p:cNvPr id="328" name="Google Shape;328;p29"/>
          <p:cNvSpPr txBox="1"/>
          <p:nvPr/>
        </p:nvSpPr>
        <p:spPr>
          <a:xfrm>
            <a:off x="342901" y="452628"/>
            <a:ext cx="8458200" cy="3708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2000">
                <a:solidFill>
                  <a:srgbClr val="14303F"/>
                </a:solidFill>
                <a:latin typeface="Arial"/>
                <a:ea typeface="Arial"/>
                <a:cs typeface="Arial"/>
                <a:sym typeface="Arial"/>
              </a:rPr>
              <a:t>How a hydrogen PEMFC creates electricity</a:t>
            </a:r>
            <a:endParaRPr sz="1100"/>
          </a:p>
        </p:txBody>
      </p:sp>
      <p:sp>
        <p:nvSpPr>
          <p:cNvPr id="329" name="Google Shape;329;p29"/>
          <p:cNvSpPr txBox="1"/>
          <p:nvPr/>
        </p:nvSpPr>
        <p:spPr>
          <a:xfrm>
            <a:off x="342901" y="795909"/>
            <a:ext cx="8458200" cy="2022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900">
                <a:solidFill>
                  <a:srgbClr val="5A6B75"/>
                </a:solidFill>
                <a:latin typeface="Arial"/>
                <a:ea typeface="Arial"/>
                <a:cs typeface="Arial"/>
                <a:sym typeface="Arial"/>
              </a:rPr>
              <a:t>Split the hydrogen, separate the two charge paths, and let them recombine as water on the far side.</a:t>
            </a:r>
            <a:endParaRPr sz="1100"/>
          </a:p>
        </p:txBody>
      </p:sp>
      <p:pic>
        <p:nvPicPr>
          <p:cNvPr descr="pemfc.png" id="330" name="Google Shape;330;p29"/>
          <p:cNvPicPr preferRelativeResize="0"/>
          <p:nvPr/>
        </p:nvPicPr>
        <p:blipFill rotWithShape="1">
          <a:blip r:embed="rId3">
            <a:alphaModFix/>
          </a:blip>
          <a:srcRect b="0" l="0" r="0" t="0"/>
          <a:stretch/>
        </p:blipFill>
        <p:spPr>
          <a:xfrm>
            <a:off x="411482" y="1138428"/>
            <a:ext cx="5040629" cy="2125979"/>
          </a:xfrm>
          <a:prstGeom prst="rect">
            <a:avLst/>
          </a:prstGeom>
          <a:noFill/>
          <a:ln>
            <a:noFill/>
          </a:ln>
        </p:spPr>
      </p:pic>
      <p:sp>
        <p:nvSpPr>
          <p:cNvPr id="331" name="Google Shape;331;p29"/>
          <p:cNvSpPr/>
          <p:nvPr/>
        </p:nvSpPr>
        <p:spPr>
          <a:xfrm>
            <a:off x="5657873" y="1138428"/>
            <a:ext cx="3106500" cy="1028700"/>
          </a:xfrm>
          <a:prstGeom prst="roundRect">
            <a:avLst>
              <a:gd fmla="val 4666" name="adj"/>
            </a:avLst>
          </a:prstGeom>
          <a:solidFill>
            <a:srgbClr val="FBEDEA"/>
          </a:solidFill>
          <a:ln cap="flat" cmpd="sng" w="7150">
            <a:solidFill>
              <a:srgbClr val="EFCFC8"/>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32" name="Google Shape;332;p29"/>
          <p:cNvSpPr txBox="1"/>
          <p:nvPr/>
        </p:nvSpPr>
        <p:spPr>
          <a:xfrm>
            <a:off x="5774460" y="1207008"/>
            <a:ext cx="2811900" cy="1647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700">
                <a:solidFill>
                  <a:srgbClr val="B5342A"/>
                </a:solidFill>
                <a:latin typeface="Arial"/>
                <a:ea typeface="Arial"/>
                <a:cs typeface="Arial"/>
                <a:sym typeface="Arial"/>
              </a:rPr>
              <a:t>ANODE  ·  OXIDATION</a:t>
            </a:r>
            <a:endParaRPr sz="1100"/>
          </a:p>
        </p:txBody>
      </p:sp>
      <p:sp>
        <p:nvSpPr>
          <p:cNvPr id="333" name="Google Shape;333;p29"/>
          <p:cNvSpPr txBox="1"/>
          <p:nvPr/>
        </p:nvSpPr>
        <p:spPr>
          <a:xfrm>
            <a:off x="5774460" y="1399032"/>
            <a:ext cx="2811900" cy="1920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800">
                <a:solidFill>
                  <a:srgbClr val="14303F"/>
                </a:solidFill>
                <a:latin typeface="Courier New"/>
                <a:ea typeface="Courier New"/>
                <a:cs typeface="Courier New"/>
                <a:sym typeface="Courier New"/>
              </a:rPr>
              <a:t>H₂  →  2H+ + 2e-</a:t>
            </a:r>
            <a:endParaRPr sz="1100"/>
          </a:p>
        </p:txBody>
      </p:sp>
      <p:sp>
        <p:nvSpPr>
          <p:cNvPr id="334" name="Google Shape;334;p29"/>
          <p:cNvSpPr txBox="1"/>
          <p:nvPr/>
        </p:nvSpPr>
        <p:spPr>
          <a:xfrm>
            <a:off x="5774460" y="1659636"/>
            <a:ext cx="2811900" cy="4116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14303F"/>
                </a:solidFill>
                <a:latin typeface="Arial"/>
                <a:ea typeface="Arial"/>
                <a:cs typeface="Arial"/>
                <a:sym typeface="Arial"/>
              </a:rPr>
              <a:t>Each H₂ gives up two protons and two electrons.</a:t>
            </a:r>
            <a:endParaRPr sz="1100"/>
          </a:p>
        </p:txBody>
      </p:sp>
      <p:sp>
        <p:nvSpPr>
          <p:cNvPr id="335" name="Google Shape;335;p29"/>
          <p:cNvSpPr/>
          <p:nvPr/>
        </p:nvSpPr>
        <p:spPr>
          <a:xfrm>
            <a:off x="5657873" y="2249424"/>
            <a:ext cx="3106500" cy="1028700"/>
          </a:xfrm>
          <a:prstGeom prst="roundRect">
            <a:avLst>
              <a:gd fmla="val 4666" name="adj"/>
            </a:avLst>
          </a:prstGeom>
          <a:solidFill>
            <a:srgbClr val="EAF2F8"/>
          </a:solidFill>
          <a:ln cap="flat" cmpd="sng" w="7150">
            <a:solidFill>
              <a:srgbClr val="C6DCEA"/>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36" name="Google Shape;336;p29"/>
          <p:cNvSpPr txBox="1"/>
          <p:nvPr/>
        </p:nvSpPr>
        <p:spPr>
          <a:xfrm>
            <a:off x="5774460" y="2318004"/>
            <a:ext cx="2811900" cy="1647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700">
                <a:solidFill>
                  <a:srgbClr val="1F6FA8"/>
                </a:solidFill>
                <a:latin typeface="Arial"/>
                <a:ea typeface="Arial"/>
                <a:cs typeface="Arial"/>
                <a:sym typeface="Arial"/>
              </a:rPr>
              <a:t>CATHODE  ·  REDUCTION</a:t>
            </a:r>
            <a:endParaRPr sz="1100"/>
          </a:p>
        </p:txBody>
      </p:sp>
      <p:sp>
        <p:nvSpPr>
          <p:cNvPr id="337" name="Google Shape;337;p29"/>
          <p:cNvSpPr txBox="1"/>
          <p:nvPr/>
        </p:nvSpPr>
        <p:spPr>
          <a:xfrm>
            <a:off x="5774460" y="2510028"/>
            <a:ext cx="2811900" cy="1920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800">
                <a:solidFill>
                  <a:srgbClr val="14303F"/>
                </a:solidFill>
                <a:latin typeface="Courier New"/>
                <a:ea typeface="Courier New"/>
                <a:cs typeface="Courier New"/>
                <a:sym typeface="Courier New"/>
              </a:rPr>
              <a:t>½O₂ + 2H+ + 2e-  →  H₂O</a:t>
            </a:r>
            <a:endParaRPr sz="1100"/>
          </a:p>
        </p:txBody>
      </p:sp>
      <p:sp>
        <p:nvSpPr>
          <p:cNvPr id="338" name="Google Shape;338;p29"/>
          <p:cNvSpPr txBox="1"/>
          <p:nvPr/>
        </p:nvSpPr>
        <p:spPr>
          <a:xfrm>
            <a:off x="5774460" y="2770632"/>
            <a:ext cx="2811900" cy="4116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14303F"/>
                </a:solidFill>
                <a:latin typeface="Arial"/>
                <a:ea typeface="Arial"/>
                <a:cs typeface="Arial"/>
                <a:sym typeface="Arial"/>
              </a:rPr>
              <a:t>Oxygen, protons and electrons recombine into water.</a:t>
            </a:r>
            <a:endParaRPr sz="1100"/>
          </a:p>
        </p:txBody>
      </p:sp>
      <p:sp>
        <p:nvSpPr>
          <p:cNvPr id="339" name="Google Shape;339;p29"/>
          <p:cNvSpPr/>
          <p:nvPr/>
        </p:nvSpPr>
        <p:spPr>
          <a:xfrm>
            <a:off x="377192" y="3470148"/>
            <a:ext cx="8389500" cy="548400"/>
          </a:xfrm>
          <a:prstGeom prst="roundRect">
            <a:avLst>
              <a:gd fmla="val 8750" name="adj"/>
            </a:avLst>
          </a:prstGeom>
          <a:solidFill>
            <a:srgbClr val="E6F2F3"/>
          </a:solidFill>
          <a:ln cap="flat" cmpd="sng" w="7150">
            <a:solidFill>
              <a:srgbClr val="C2DEE0"/>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40" name="Google Shape;340;p29"/>
          <p:cNvSpPr txBox="1"/>
          <p:nvPr/>
        </p:nvSpPr>
        <p:spPr>
          <a:xfrm>
            <a:off x="521210" y="3538728"/>
            <a:ext cx="1371600" cy="1782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700">
                <a:solidFill>
                  <a:srgbClr val="0E7C86"/>
                </a:solidFill>
                <a:latin typeface="Arial"/>
                <a:ea typeface="Arial"/>
                <a:cs typeface="Arial"/>
                <a:sym typeface="Arial"/>
              </a:rPr>
              <a:t>OVERALL</a:t>
            </a:r>
            <a:endParaRPr sz="1100"/>
          </a:p>
        </p:txBody>
      </p:sp>
      <p:sp>
        <p:nvSpPr>
          <p:cNvPr id="341" name="Google Shape;341;p29"/>
          <p:cNvSpPr txBox="1"/>
          <p:nvPr/>
        </p:nvSpPr>
        <p:spPr>
          <a:xfrm>
            <a:off x="521210" y="3730752"/>
            <a:ext cx="5486400" cy="2058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900">
                <a:solidFill>
                  <a:srgbClr val="14303F"/>
                </a:solidFill>
                <a:latin typeface="Courier New"/>
                <a:ea typeface="Courier New"/>
                <a:cs typeface="Courier New"/>
                <a:sym typeface="Courier New"/>
              </a:rPr>
              <a:t>H₂ + ½O₂  →  H₂O + electricity + heat</a:t>
            </a:r>
            <a:endParaRPr sz="1100"/>
          </a:p>
        </p:txBody>
      </p:sp>
      <p:sp>
        <p:nvSpPr>
          <p:cNvPr id="342" name="Google Shape;342;p29"/>
          <p:cNvSpPr txBox="1"/>
          <p:nvPr/>
        </p:nvSpPr>
        <p:spPr>
          <a:xfrm>
            <a:off x="342901" y="4142232"/>
            <a:ext cx="8389500" cy="1920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800">
                <a:solidFill>
                  <a:srgbClr val="14303F"/>
                </a:solidFill>
                <a:latin typeface="Arial"/>
                <a:ea typeface="Arial"/>
                <a:cs typeface="Arial"/>
                <a:sym typeface="Arial"/>
              </a:rPr>
              <a:t>Hydrogen is never burned here. The reaction is deliberately split in two so the electrons have to take the long way round — through the load.</a:t>
            </a:r>
            <a:endParaRPr sz="1100"/>
          </a:p>
        </p:txBody>
      </p:sp>
      <p:sp>
        <p:nvSpPr>
          <p:cNvPr id="343" name="Google Shape;343;p29"/>
          <p:cNvSpPr txBox="1"/>
          <p:nvPr/>
        </p:nvSpPr>
        <p:spPr>
          <a:xfrm>
            <a:off x="5704781" y="957801"/>
            <a:ext cx="30387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200"/>
              <a:buFont typeface="Arial"/>
              <a:buNone/>
            </a:pPr>
            <a:r>
              <a:rPr b="1" lang="en" sz="900">
                <a:solidFill>
                  <a:srgbClr val="123243"/>
                </a:solidFill>
              </a:rPr>
              <a:t>THE TWO HALF REACTIONS </a:t>
            </a:r>
            <a:endParaRPr b="0" i="0" sz="900" u="none" cap="none" strike="noStrike">
              <a:solidFill>
                <a:srgbClr val="000000"/>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8" name="Shape 348"/>
        <p:cNvGrpSpPr/>
        <p:nvPr/>
      </p:nvGrpSpPr>
      <p:grpSpPr>
        <a:xfrm>
          <a:off x="0" y="0"/>
          <a:ext cx="0" cy="0"/>
          <a:chOff x="0" y="0"/>
          <a:chExt cx="0" cy="0"/>
        </a:xfrm>
      </p:grpSpPr>
      <p:sp>
        <p:nvSpPr>
          <p:cNvPr id="349" name="Google Shape;349;p30"/>
          <p:cNvSpPr txBox="1"/>
          <p:nvPr/>
        </p:nvSpPr>
        <p:spPr>
          <a:xfrm>
            <a:off x="342901" y="274320"/>
            <a:ext cx="8389500" cy="1509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700">
                <a:solidFill>
                  <a:srgbClr val="C77A12"/>
                </a:solidFill>
                <a:latin typeface="Arial"/>
                <a:ea typeface="Arial"/>
                <a:cs typeface="Arial"/>
                <a:sym typeface="Arial"/>
              </a:rPr>
              <a:t>02 · HOW IT WORKS</a:t>
            </a:r>
            <a:endParaRPr sz="1100"/>
          </a:p>
        </p:txBody>
      </p:sp>
      <p:sp>
        <p:nvSpPr>
          <p:cNvPr id="350" name="Google Shape;350;p30"/>
          <p:cNvSpPr txBox="1"/>
          <p:nvPr/>
        </p:nvSpPr>
        <p:spPr>
          <a:xfrm>
            <a:off x="342901" y="452628"/>
            <a:ext cx="8458200" cy="3708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2000">
                <a:solidFill>
                  <a:srgbClr val="14303F"/>
                </a:solidFill>
                <a:latin typeface="Arial"/>
                <a:ea typeface="Arial"/>
                <a:cs typeface="Arial"/>
                <a:sym typeface="Arial"/>
              </a:rPr>
              <a:t>The direct-methanol cell, and choosing</a:t>
            </a:r>
            <a:endParaRPr sz="1100"/>
          </a:p>
        </p:txBody>
      </p:sp>
      <p:sp>
        <p:nvSpPr>
          <p:cNvPr id="351" name="Google Shape;351;p30"/>
          <p:cNvSpPr txBox="1"/>
          <p:nvPr/>
        </p:nvSpPr>
        <p:spPr>
          <a:xfrm>
            <a:off x="342901" y="795909"/>
            <a:ext cx="8458200" cy="2022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900">
                <a:solidFill>
                  <a:srgbClr val="5A6B75"/>
                </a:solidFill>
                <a:latin typeface="Arial"/>
                <a:ea typeface="Arial"/>
                <a:cs typeface="Arial"/>
                <a:sym typeface="Arial"/>
              </a:rPr>
              <a:t>Same membrane, same cathode, liquid fuel. That one change decides every trade-off.</a:t>
            </a:r>
            <a:endParaRPr sz="1100"/>
          </a:p>
        </p:txBody>
      </p:sp>
      <p:pic>
        <p:nvPicPr>
          <p:cNvPr descr="dmfc.png" id="352" name="Google Shape;352;p30"/>
          <p:cNvPicPr preferRelativeResize="0"/>
          <p:nvPr/>
        </p:nvPicPr>
        <p:blipFill rotWithShape="1">
          <a:blip r:embed="rId3">
            <a:alphaModFix/>
          </a:blip>
          <a:srcRect b="0" l="0" r="0" t="0"/>
          <a:stretch/>
        </p:blipFill>
        <p:spPr>
          <a:xfrm>
            <a:off x="377195" y="1070288"/>
            <a:ext cx="4545189" cy="2173498"/>
          </a:xfrm>
          <a:prstGeom prst="rect">
            <a:avLst/>
          </a:prstGeom>
          <a:noFill/>
          <a:ln>
            <a:noFill/>
          </a:ln>
        </p:spPr>
      </p:pic>
      <p:sp>
        <p:nvSpPr>
          <p:cNvPr id="353" name="Google Shape;353;p30"/>
          <p:cNvSpPr/>
          <p:nvPr/>
        </p:nvSpPr>
        <p:spPr>
          <a:xfrm>
            <a:off x="377195" y="3342356"/>
            <a:ext cx="4374000" cy="644700"/>
          </a:xfrm>
          <a:prstGeom prst="roundRect">
            <a:avLst>
              <a:gd fmla="val 7446" name="adj"/>
            </a:avLst>
          </a:prstGeom>
          <a:solidFill>
            <a:srgbClr val="FBEDEA"/>
          </a:solidFill>
          <a:ln cap="flat" cmpd="sng" w="7150">
            <a:solidFill>
              <a:srgbClr val="EFCFC8"/>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54" name="Google Shape;354;p30"/>
          <p:cNvSpPr txBox="1"/>
          <p:nvPr/>
        </p:nvSpPr>
        <p:spPr>
          <a:xfrm>
            <a:off x="480062" y="3410945"/>
            <a:ext cx="3840600" cy="1647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700">
                <a:solidFill>
                  <a:srgbClr val="B5342A"/>
                </a:solidFill>
                <a:latin typeface="Arial"/>
                <a:ea typeface="Arial"/>
                <a:cs typeface="Arial"/>
                <a:sym typeface="Arial"/>
              </a:rPr>
              <a:t>THE ANODE IS THE ONLY CHANGE</a:t>
            </a:r>
            <a:endParaRPr sz="1100"/>
          </a:p>
        </p:txBody>
      </p:sp>
      <p:sp>
        <p:nvSpPr>
          <p:cNvPr id="355" name="Google Shape;355;p30"/>
          <p:cNvSpPr txBox="1"/>
          <p:nvPr/>
        </p:nvSpPr>
        <p:spPr>
          <a:xfrm>
            <a:off x="480062" y="3602969"/>
            <a:ext cx="3909300" cy="1920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800">
                <a:solidFill>
                  <a:srgbClr val="14303F"/>
                </a:solidFill>
                <a:latin typeface="Courier New"/>
                <a:ea typeface="Courier New"/>
                <a:cs typeface="Courier New"/>
                <a:sym typeface="Courier New"/>
              </a:rPr>
              <a:t>CH₃OH + H₂O  →  CO₂ + 6H+ + 6e-</a:t>
            </a:r>
            <a:endParaRPr sz="1100"/>
          </a:p>
        </p:txBody>
      </p:sp>
      <p:sp>
        <p:nvSpPr>
          <p:cNvPr id="356" name="Google Shape;356;p30"/>
          <p:cNvSpPr/>
          <p:nvPr/>
        </p:nvSpPr>
        <p:spPr>
          <a:xfrm>
            <a:off x="4983617" y="1143397"/>
            <a:ext cx="1937400" cy="315600"/>
          </a:xfrm>
          <a:prstGeom prst="roundRect">
            <a:avLst>
              <a:gd fmla="val 10869" name="adj"/>
            </a:avLst>
          </a:prstGeom>
          <a:solidFill>
            <a:srgbClr val="1F6FA8"/>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57" name="Google Shape;357;p30"/>
          <p:cNvSpPr txBox="1"/>
          <p:nvPr/>
        </p:nvSpPr>
        <p:spPr>
          <a:xfrm>
            <a:off x="4983617" y="1143397"/>
            <a:ext cx="1937400" cy="315600"/>
          </a:xfrm>
          <a:prstGeom prst="rect">
            <a:avLst/>
          </a:prstGeom>
          <a:noFill/>
          <a:ln>
            <a:noFill/>
          </a:ln>
        </p:spPr>
        <p:txBody>
          <a:bodyPr anchorCtr="0" anchor="ctr" bIns="34275" lIns="34275" spcFirstLastPara="1" rIns="34275" wrap="square" tIns="34275">
            <a:noAutofit/>
          </a:bodyPr>
          <a:lstStyle/>
          <a:p>
            <a:pPr indent="0" lvl="0" marL="0" marR="0" rtl="0" algn="ctr">
              <a:lnSpc>
                <a:spcPct val="101666"/>
              </a:lnSpc>
              <a:spcBef>
                <a:spcPts val="0"/>
              </a:spcBef>
              <a:spcAft>
                <a:spcPts val="0"/>
              </a:spcAft>
              <a:buNone/>
            </a:pPr>
            <a:r>
              <a:rPr b="1" i="0" lang="en" sz="900">
                <a:solidFill>
                  <a:srgbClr val="FFFFFF"/>
                </a:solidFill>
                <a:latin typeface="Arial"/>
                <a:ea typeface="Arial"/>
                <a:cs typeface="Arial"/>
                <a:sym typeface="Arial"/>
              </a:rPr>
              <a:t>PEMFC</a:t>
            </a:r>
            <a:endParaRPr sz="1100"/>
          </a:p>
        </p:txBody>
      </p:sp>
      <p:sp>
        <p:nvSpPr>
          <p:cNvPr id="358" name="Google Shape;358;p30"/>
          <p:cNvSpPr/>
          <p:nvPr/>
        </p:nvSpPr>
        <p:spPr>
          <a:xfrm>
            <a:off x="6975873" y="1143397"/>
            <a:ext cx="1937400" cy="315600"/>
          </a:xfrm>
          <a:prstGeom prst="roundRect">
            <a:avLst>
              <a:gd fmla="val 10869" name="adj"/>
            </a:avLst>
          </a:prstGeom>
          <a:solidFill>
            <a:srgbClr val="B5342A"/>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59" name="Google Shape;359;p30"/>
          <p:cNvSpPr txBox="1"/>
          <p:nvPr/>
        </p:nvSpPr>
        <p:spPr>
          <a:xfrm>
            <a:off x="6975873" y="1143397"/>
            <a:ext cx="1937400" cy="315600"/>
          </a:xfrm>
          <a:prstGeom prst="rect">
            <a:avLst/>
          </a:prstGeom>
          <a:noFill/>
          <a:ln>
            <a:noFill/>
          </a:ln>
        </p:spPr>
        <p:txBody>
          <a:bodyPr anchorCtr="0" anchor="ctr" bIns="34275" lIns="34275" spcFirstLastPara="1" rIns="34275" wrap="square" tIns="34275">
            <a:noAutofit/>
          </a:bodyPr>
          <a:lstStyle/>
          <a:p>
            <a:pPr indent="0" lvl="0" marL="0" marR="0" rtl="0" algn="ctr">
              <a:lnSpc>
                <a:spcPct val="101666"/>
              </a:lnSpc>
              <a:spcBef>
                <a:spcPts val="0"/>
              </a:spcBef>
              <a:spcAft>
                <a:spcPts val="0"/>
              </a:spcAft>
              <a:buNone/>
            </a:pPr>
            <a:r>
              <a:rPr b="1" i="0" lang="en" sz="900">
                <a:solidFill>
                  <a:srgbClr val="FFFFFF"/>
                </a:solidFill>
                <a:latin typeface="Arial"/>
                <a:ea typeface="Arial"/>
                <a:cs typeface="Arial"/>
                <a:sym typeface="Arial"/>
              </a:rPr>
              <a:t>DMFC</a:t>
            </a:r>
            <a:endParaRPr sz="1100"/>
          </a:p>
        </p:txBody>
      </p:sp>
      <p:sp>
        <p:nvSpPr>
          <p:cNvPr id="360" name="Google Shape;360;p30"/>
          <p:cNvSpPr/>
          <p:nvPr/>
        </p:nvSpPr>
        <p:spPr>
          <a:xfrm>
            <a:off x="4983617" y="1527445"/>
            <a:ext cx="3929700" cy="274200"/>
          </a:xfrm>
          <a:prstGeom prst="rect">
            <a:avLst/>
          </a:prstGeom>
          <a:solidFill>
            <a:srgbClr val="F4F8FA"/>
          </a:solidFill>
          <a:ln cap="flat" cmpd="sng" w="7150">
            <a:solidFill>
              <a:srgbClr val="D5DEE3"/>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61" name="Google Shape;361;p30"/>
          <p:cNvSpPr txBox="1"/>
          <p:nvPr/>
        </p:nvSpPr>
        <p:spPr>
          <a:xfrm>
            <a:off x="5052197" y="1527445"/>
            <a:ext cx="1827600" cy="274200"/>
          </a:xfrm>
          <a:prstGeom prst="rect">
            <a:avLst/>
          </a:prstGeom>
          <a:noFill/>
          <a:ln>
            <a:noFill/>
          </a:ln>
        </p:spPr>
        <p:txBody>
          <a:bodyPr anchorCtr="0" anchor="ctr" bIns="34275" lIns="34275" spcFirstLastPara="1" rIns="34275" wrap="square" tIns="34275">
            <a:noAutofit/>
          </a:bodyPr>
          <a:lstStyle/>
          <a:p>
            <a:pPr indent="0" lvl="0" marL="0" marR="0" rtl="0" algn="ctr">
              <a:lnSpc>
                <a:spcPct val="101666"/>
              </a:lnSpc>
              <a:spcBef>
                <a:spcPts val="0"/>
              </a:spcBef>
              <a:spcAft>
                <a:spcPts val="0"/>
              </a:spcAft>
              <a:buNone/>
            </a:pPr>
            <a:r>
              <a:rPr b="1" i="0" lang="en" sz="700">
                <a:solidFill>
                  <a:srgbClr val="1F6FA8"/>
                </a:solidFill>
                <a:latin typeface="Arial"/>
                <a:ea typeface="Arial"/>
                <a:cs typeface="Arial"/>
                <a:sym typeface="Arial"/>
              </a:rPr>
              <a:t>Hydrogen gas</a:t>
            </a:r>
            <a:endParaRPr sz="1100"/>
          </a:p>
        </p:txBody>
      </p:sp>
      <p:sp>
        <p:nvSpPr>
          <p:cNvPr id="362" name="Google Shape;362;p30"/>
          <p:cNvSpPr txBox="1"/>
          <p:nvPr/>
        </p:nvSpPr>
        <p:spPr>
          <a:xfrm>
            <a:off x="6989590" y="1527445"/>
            <a:ext cx="1855200" cy="274200"/>
          </a:xfrm>
          <a:prstGeom prst="rect">
            <a:avLst/>
          </a:prstGeom>
          <a:noFill/>
          <a:ln>
            <a:noFill/>
          </a:ln>
        </p:spPr>
        <p:txBody>
          <a:bodyPr anchorCtr="0" anchor="ctr" bIns="34275" lIns="34275" spcFirstLastPara="1" rIns="34275" wrap="square" tIns="34275">
            <a:noAutofit/>
          </a:bodyPr>
          <a:lstStyle/>
          <a:p>
            <a:pPr indent="0" lvl="0" marL="0" marR="0" rtl="0" algn="ctr">
              <a:lnSpc>
                <a:spcPct val="101666"/>
              </a:lnSpc>
              <a:spcBef>
                <a:spcPts val="0"/>
              </a:spcBef>
              <a:spcAft>
                <a:spcPts val="0"/>
              </a:spcAft>
              <a:buNone/>
            </a:pPr>
            <a:r>
              <a:rPr b="1" i="0" lang="en" sz="700">
                <a:solidFill>
                  <a:srgbClr val="B5342A"/>
                </a:solidFill>
                <a:latin typeface="Arial"/>
                <a:ea typeface="Arial"/>
                <a:cs typeface="Arial"/>
                <a:sym typeface="Arial"/>
              </a:rPr>
              <a:t>Methanol, liquid</a:t>
            </a:r>
            <a:endParaRPr sz="1100"/>
          </a:p>
        </p:txBody>
      </p:sp>
      <p:sp>
        <p:nvSpPr>
          <p:cNvPr id="363" name="Google Shape;363;p30"/>
          <p:cNvSpPr txBox="1"/>
          <p:nvPr/>
        </p:nvSpPr>
        <p:spPr>
          <a:xfrm>
            <a:off x="4983617" y="1520587"/>
            <a:ext cx="3929700" cy="274200"/>
          </a:xfrm>
          <a:prstGeom prst="rect">
            <a:avLst/>
          </a:prstGeom>
          <a:noFill/>
          <a:ln>
            <a:noFill/>
          </a:ln>
        </p:spPr>
        <p:txBody>
          <a:bodyPr anchorCtr="0" anchor="ctr" bIns="34275" lIns="34275" spcFirstLastPara="1" rIns="34275" wrap="square" tIns="34275">
            <a:noAutofit/>
          </a:bodyPr>
          <a:lstStyle/>
          <a:p>
            <a:pPr indent="0" lvl="0" marL="0" marR="0" rtl="0" algn="ctr">
              <a:lnSpc>
                <a:spcPct val="101666"/>
              </a:lnSpc>
              <a:spcBef>
                <a:spcPts val="0"/>
              </a:spcBef>
              <a:spcAft>
                <a:spcPts val="0"/>
              </a:spcAft>
              <a:buNone/>
            </a:pPr>
            <a:r>
              <a:rPr b="0" i="0" lang="en" sz="600">
                <a:solidFill>
                  <a:srgbClr val="8797A1"/>
                </a:solidFill>
                <a:latin typeface="Arial"/>
                <a:ea typeface="Arial"/>
                <a:cs typeface="Arial"/>
                <a:sym typeface="Arial"/>
              </a:rPr>
              <a:t>Fuel</a:t>
            </a:r>
            <a:endParaRPr sz="1100"/>
          </a:p>
        </p:txBody>
      </p:sp>
      <p:sp>
        <p:nvSpPr>
          <p:cNvPr id="364" name="Google Shape;364;p30"/>
          <p:cNvSpPr/>
          <p:nvPr/>
        </p:nvSpPr>
        <p:spPr>
          <a:xfrm>
            <a:off x="4983617" y="1815481"/>
            <a:ext cx="3929700" cy="274200"/>
          </a:xfrm>
          <a:prstGeom prst="rect">
            <a:avLst/>
          </a:prstGeom>
          <a:solidFill>
            <a:srgbClr val="FFFFFF"/>
          </a:solidFill>
          <a:ln cap="flat" cmpd="sng" w="7150">
            <a:solidFill>
              <a:srgbClr val="D5DEE3"/>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65" name="Google Shape;365;p30"/>
          <p:cNvSpPr txBox="1"/>
          <p:nvPr/>
        </p:nvSpPr>
        <p:spPr>
          <a:xfrm>
            <a:off x="5052197" y="1815481"/>
            <a:ext cx="1827600" cy="274200"/>
          </a:xfrm>
          <a:prstGeom prst="rect">
            <a:avLst/>
          </a:prstGeom>
          <a:noFill/>
          <a:ln>
            <a:noFill/>
          </a:ln>
        </p:spPr>
        <p:txBody>
          <a:bodyPr anchorCtr="0" anchor="ctr" bIns="34275" lIns="34275" spcFirstLastPara="1" rIns="34275" wrap="square" tIns="34275">
            <a:noAutofit/>
          </a:bodyPr>
          <a:lstStyle/>
          <a:p>
            <a:pPr indent="0" lvl="0" marL="0" marR="0" rtl="0" algn="ctr">
              <a:lnSpc>
                <a:spcPct val="101666"/>
              </a:lnSpc>
              <a:spcBef>
                <a:spcPts val="0"/>
              </a:spcBef>
              <a:spcAft>
                <a:spcPts val="0"/>
              </a:spcAft>
              <a:buNone/>
            </a:pPr>
            <a:r>
              <a:rPr b="1" i="0" lang="en" sz="700">
                <a:solidFill>
                  <a:srgbClr val="1F6FA8"/>
                </a:solidFill>
                <a:latin typeface="Arial"/>
                <a:ea typeface="Arial"/>
                <a:cs typeface="Arial"/>
                <a:sym typeface="Arial"/>
              </a:rPr>
              <a:t>≈ 0.70 V</a:t>
            </a:r>
            <a:endParaRPr sz="1100"/>
          </a:p>
        </p:txBody>
      </p:sp>
      <p:sp>
        <p:nvSpPr>
          <p:cNvPr id="366" name="Google Shape;366;p30"/>
          <p:cNvSpPr txBox="1"/>
          <p:nvPr/>
        </p:nvSpPr>
        <p:spPr>
          <a:xfrm>
            <a:off x="6989590" y="1815481"/>
            <a:ext cx="1855200" cy="274200"/>
          </a:xfrm>
          <a:prstGeom prst="rect">
            <a:avLst/>
          </a:prstGeom>
          <a:noFill/>
          <a:ln>
            <a:noFill/>
          </a:ln>
        </p:spPr>
        <p:txBody>
          <a:bodyPr anchorCtr="0" anchor="ctr" bIns="34275" lIns="34275" spcFirstLastPara="1" rIns="34275" wrap="square" tIns="34275">
            <a:noAutofit/>
          </a:bodyPr>
          <a:lstStyle/>
          <a:p>
            <a:pPr indent="0" lvl="0" marL="0" marR="0" rtl="0" algn="ctr">
              <a:lnSpc>
                <a:spcPct val="101666"/>
              </a:lnSpc>
              <a:spcBef>
                <a:spcPts val="0"/>
              </a:spcBef>
              <a:spcAft>
                <a:spcPts val="0"/>
              </a:spcAft>
              <a:buNone/>
            </a:pPr>
            <a:r>
              <a:rPr b="1" i="0" lang="en" sz="700">
                <a:solidFill>
                  <a:srgbClr val="B5342A"/>
                </a:solidFill>
                <a:latin typeface="Arial"/>
                <a:ea typeface="Arial"/>
                <a:cs typeface="Arial"/>
                <a:sym typeface="Arial"/>
              </a:rPr>
              <a:t>0.3 – 0.5 V</a:t>
            </a:r>
            <a:endParaRPr sz="1100"/>
          </a:p>
        </p:txBody>
      </p:sp>
      <p:sp>
        <p:nvSpPr>
          <p:cNvPr id="367" name="Google Shape;367;p30"/>
          <p:cNvSpPr txBox="1"/>
          <p:nvPr/>
        </p:nvSpPr>
        <p:spPr>
          <a:xfrm>
            <a:off x="4983617" y="1808623"/>
            <a:ext cx="3929700" cy="274200"/>
          </a:xfrm>
          <a:prstGeom prst="rect">
            <a:avLst/>
          </a:prstGeom>
          <a:noFill/>
          <a:ln>
            <a:noFill/>
          </a:ln>
        </p:spPr>
        <p:txBody>
          <a:bodyPr anchorCtr="0" anchor="ctr" bIns="34275" lIns="34275" spcFirstLastPara="1" rIns="34275" wrap="square" tIns="34275">
            <a:noAutofit/>
          </a:bodyPr>
          <a:lstStyle/>
          <a:p>
            <a:pPr indent="0" lvl="0" marL="0" marR="0" rtl="0" algn="ctr">
              <a:lnSpc>
                <a:spcPct val="101666"/>
              </a:lnSpc>
              <a:spcBef>
                <a:spcPts val="0"/>
              </a:spcBef>
              <a:spcAft>
                <a:spcPts val="0"/>
              </a:spcAft>
              <a:buNone/>
            </a:pPr>
            <a:r>
              <a:rPr b="0" i="0" lang="en" sz="600">
                <a:solidFill>
                  <a:srgbClr val="8797A1"/>
                </a:solidFill>
                <a:latin typeface="Arial"/>
                <a:ea typeface="Arial"/>
                <a:cs typeface="Arial"/>
                <a:sym typeface="Arial"/>
              </a:rPr>
              <a:t>Cell voltage</a:t>
            </a:r>
            <a:endParaRPr sz="1100"/>
          </a:p>
        </p:txBody>
      </p:sp>
      <p:sp>
        <p:nvSpPr>
          <p:cNvPr id="368" name="Google Shape;368;p30"/>
          <p:cNvSpPr/>
          <p:nvPr/>
        </p:nvSpPr>
        <p:spPr>
          <a:xfrm>
            <a:off x="4983617" y="2103517"/>
            <a:ext cx="3929700" cy="274200"/>
          </a:xfrm>
          <a:prstGeom prst="rect">
            <a:avLst/>
          </a:prstGeom>
          <a:solidFill>
            <a:srgbClr val="F4F8FA"/>
          </a:solidFill>
          <a:ln cap="flat" cmpd="sng" w="7150">
            <a:solidFill>
              <a:srgbClr val="D5DEE3"/>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69" name="Google Shape;369;p30"/>
          <p:cNvSpPr txBox="1"/>
          <p:nvPr/>
        </p:nvSpPr>
        <p:spPr>
          <a:xfrm>
            <a:off x="5052197" y="2103517"/>
            <a:ext cx="1827600" cy="274200"/>
          </a:xfrm>
          <a:prstGeom prst="rect">
            <a:avLst/>
          </a:prstGeom>
          <a:noFill/>
          <a:ln>
            <a:noFill/>
          </a:ln>
        </p:spPr>
        <p:txBody>
          <a:bodyPr anchorCtr="0" anchor="ctr" bIns="34275" lIns="34275" spcFirstLastPara="1" rIns="34275" wrap="square" tIns="34275">
            <a:noAutofit/>
          </a:bodyPr>
          <a:lstStyle/>
          <a:p>
            <a:pPr indent="0" lvl="0" marL="0" marR="0" rtl="0" algn="ctr">
              <a:lnSpc>
                <a:spcPct val="101666"/>
              </a:lnSpc>
              <a:spcBef>
                <a:spcPts val="0"/>
              </a:spcBef>
              <a:spcAft>
                <a:spcPts val="0"/>
              </a:spcAft>
              <a:buNone/>
            </a:pPr>
            <a:r>
              <a:rPr b="1" i="0" lang="en" sz="700">
                <a:solidFill>
                  <a:srgbClr val="1F6FA8"/>
                </a:solidFill>
                <a:latin typeface="Arial"/>
                <a:ea typeface="Arial"/>
                <a:cs typeface="Arial"/>
                <a:sym typeface="Arial"/>
              </a:rPr>
              <a:t>High</a:t>
            </a:r>
            <a:endParaRPr sz="1100"/>
          </a:p>
        </p:txBody>
      </p:sp>
      <p:sp>
        <p:nvSpPr>
          <p:cNvPr id="370" name="Google Shape;370;p30"/>
          <p:cNvSpPr txBox="1"/>
          <p:nvPr/>
        </p:nvSpPr>
        <p:spPr>
          <a:xfrm>
            <a:off x="6989590" y="2103517"/>
            <a:ext cx="1855200" cy="274200"/>
          </a:xfrm>
          <a:prstGeom prst="rect">
            <a:avLst/>
          </a:prstGeom>
          <a:noFill/>
          <a:ln>
            <a:noFill/>
          </a:ln>
        </p:spPr>
        <p:txBody>
          <a:bodyPr anchorCtr="0" anchor="ctr" bIns="34275" lIns="34275" spcFirstLastPara="1" rIns="34275" wrap="square" tIns="34275">
            <a:noAutofit/>
          </a:bodyPr>
          <a:lstStyle/>
          <a:p>
            <a:pPr indent="0" lvl="0" marL="0" marR="0" rtl="0" algn="ctr">
              <a:lnSpc>
                <a:spcPct val="101666"/>
              </a:lnSpc>
              <a:spcBef>
                <a:spcPts val="0"/>
              </a:spcBef>
              <a:spcAft>
                <a:spcPts val="0"/>
              </a:spcAft>
              <a:buNone/>
            </a:pPr>
            <a:r>
              <a:rPr b="1" i="0" lang="en" sz="700">
                <a:solidFill>
                  <a:srgbClr val="B5342A"/>
                </a:solidFill>
                <a:latin typeface="Arial"/>
                <a:ea typeface="Arial"/>
                <a:cs typeface="Arial"/>
                <a:sym typeface="Arial"/>
              </a:rPr>
              <a:t>≈ 10× lower</a:t>
            </a:r>
            <a:endParaRPr sz="1100"/>
          </a:p>
        </p:txBody>
      </p:sp>
      <p:sp>
        <p:nvSpPr>
          <p:cNvPr id="371" name="Google Shape;371;p30"/>
          <p:cNvSpPr txBox="1"/>
          <p:nvPr/>
        </p:nvSpPr>
        <p:spPr>
          <a:xfrm>
            <a:off x="4983617" y="2096659"/>
            <a:ext cx="3929700" cy="274200"/>
          </a:xfrm>
          <a:prstGeom prst="rect">
            <a:avLst/>
          </a:prstGeom>
          <a:noFill/>
          <a:ln>
            <a:noFill/>
          </a:ln>
        </p:spPr>
        <p:txBody>
          <a:bodyPr anchorCtr="0" anchor="ctr" bIns="34275" lIns="34275" spcFirstLastPara="1" rIns="34275" wrap="square" tIns="34275">
            <a:noAutofit/>
          </a:bodyPr>
          <a:lstStyle/>
          <a:p>
            <a:pPr indent="0" lvl="0" marL="0" marR="0" rtl="0" algn="ctr">
              <a:lnSpc>
                <a:spcPct val="101666"/>
              </a:lnSpc>
              <a:spcBef>
                <a:spcPts val="0"/>
              </a:spcBef>
              <a:spcAft>
                <a:spcPts val="0"/>
              </a:spcAft>
              <a:buNone/>
            </a:pPr>
            <a:r>
              <a:rPr b="0" i="0" lang="en" sz="600">
                <a:solidFill>
                  <a:srgbClr val="8797A1"/>
                </a:solidFill>
                <a:latin typeface="Arial"/>
                <a:ea typeface="Arial"/>
                <a:cs typeface="Arial"/>
                <a:sym typeface="Arial"/>
              </a:rPr>
              <a:t>Power density</a:t>
            </a:r>
            <a:endParaRPr sz="1100"/>
          </a:p>
        </p:txBody>
      </p:sp>
      <p:sp>
        <p:nvSpPr>
          <p:cNvPr id="372" name="Google Shape;372;p30"/>
          <p:cNvSpPr/>
          <p:nvPr/>
        </p:nvSpPr>
        <p:spPr>
          <a:xfrm>
            <a:off x="4983617" y="2391553"/>
            <a:ext cx="3929700" cy="274200"/>
          </a:xfrm>
          <a:prstGeom prst="rect">
            <a:avLst/>
          </a:prstGeom>
          <a:solidFill>
            <a:srgbClr val="FFFFFF"/>
          </a:solidFill>
          <a:ln cap="flat" cmpd="sng" w="7150">
            <a:solidFill>
              <a:srgbClr val="D5DEE3"/>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73" name="Google Shape;373;p30"/>
          <p:cNvSpPr txBox="1"/>
          <p:nvPr/>
        </p:nvSpPr>
        <p:spPr>
          <a:xfrm>
            <a:off x="5052197" y="2391553"/>
            <a:ext cx="1827600" cy="274200"/>
          </a:xfrm>
          <a:prstGeom prst="rect">
            <a:avLst/>
          </a:prstGeom>
          <a:noFill/>
          <a:ln>
            <a:noFill/>
          </a:ln>
        </p:spPr>
        <p:txBody>
          <a:bodyPr anchorCtr="0" anchor="ctr" bIns="34275" lIns="34275" spcFirstLastPara="1" rIns="34275" wrap="square" tIns="34275">
            <a:noAutofit/>
          </a:bodyPr>
          <a:lstStyle/>
          <a:p>
            <a:pPr indent="0" lvl="0" marL="0" marR="0" rtl="0" algn="ctr">
              <a:lnSpc>
                <a:spcPct val="101666"/>
              </a:lnSpc>
              <a:spcBef>
                <a:spcPts val="0"/>
              </a:spcBef>
              <a:spcAft>
                <a:spcPts val="0"/>
              </a:spcAft>
              <a:buNone/>
            </a:pPr>
            <a:r>
              <a:rPr b="1" i="0" lang="en" sz="700">
                <a:solidFill>
                  <a:srgbClr val="1F6FA8"/>
                </a:solidFill>
                <a:latin typeface="Arial"/>
                <a:ea typeface="Arial"/>
                <a:cs typeface="Arial"/>
                <a:sym typeface="Arial"/>
              </a:rPr>
              <a:t>700 bar or cryogenic</a:t>
            </a:r>
            <a:endParaRPr sz="1100"/>
          </a:p>
        </p:txBody>
      </p:sp>
      <p:sp>
        <p:nvSpPr>
          <p:cNvPr id="374" name="Google Shape;374;p30"/>
          <p:cNvSpPr txBox="1"/>
          <p:nvPr/>
        </p:nvSpPr>
        <p:spPr>
          <a:xfrm>
            <a:off x="6989590" y="2391553"/>
            <a:ext cx="1855200" cy="274200"/>
          </a:xfrm>
          <a:prstGeom prst="rect">
            <a:avLst/>
          </a:prstGeom>
          <a:noFill/>
          <a:ln>
            <a:noFill/>
          </a:ln>
        </p:spPr>
        <p:txBody>
          <a:bodyPr anchorCtr="0" anchor="ctr" bIns="34275" lIns="34275" spcFirstLastPara="1" rIns="34275" wrap="square" tIns="34275">
            <a:noAutofit/>
          </a:bodyPr>
          <a:lstStyle/>
          <a:p>
            <a:pPr indent="0" lvl="0" marL="0" marR="0" rtl="0" algn="ctr">
              <a:lnSpc>
                <a:spcPct val="101666"/>
              </a:lnSpc>
              <a:spcBef>
                <a:spcPts val="0"/>
              </a:spcBef>
              <a:spcAft>
                <a:spcPts val="0"/>
              </a:spcAft>
              <a:buNone/>
            </a:pPr>
            <a:r>
              <a:rPr b="1" i="0" lang="en" sz="700">
                <a:solidFill>
                  <a:srgbClr val="B5342A"/>
                </a:solidFill>
                <a:latin typeface="Arial"/>
                <a:ea typeface="Arial"/>
                <a:cs typeface="Arial"/>
                <a:sym typeface="Arial"/>
              </a:rPr>
              <a:t>Ambient, like any liquid</a:t>
            </a:r>
            <a:endParaRPr sz="1100"/>
          </a:p>
        </p:txBody>
      </p:sp>
      <p:sp>
        <p:nvSpPr>
          <p:cNvPr id="375" name="Google Shape;375;p30"/>
          <p:cNvSpPr txBox="1"/>
          <p:nvPr/>
        </p:nvSpPr>
        <p:spPr>
          <a:xfrm>
            <a:off x="4983617" y="2384695"/>
            <a:ext cx="3929700" cy="274200"/>
          </a:xfrm>
          <a:prstGeom prst="rect">
            <a:avLst/>
          </a:prstGeom>
          <a:noFill/>
          <a:ln>
            <a:noFill/>
          </a:ln>
        </p:spPr>
        <p:txBody>
          <a:bodyPr anchorCtr="0" anchor="ctr" bIns="34275" lIns="34275" spcFirstLastPara="1" rIns="34275" wrap="square" tIns="34275">
            <a:noAutofit/>
          </a:bodyPr>
          <a:lstStyle/>
          <a:p>
            <a:pPr indent="0" lvl="0" marL="0" marR="0" rtl="0" algn="ctr">
              <a:lnSpc>
                <a:spcPct val="101666"/>
              </a:lnSpc>
              <a:spcBef>
                <a:spcPts val="0"/>
              </a:spcBef>
              <a:spcAft>
                <a:spcPts val="0"/>
              </a:spcAft>
              <a:buNone/>
            </a:pPr>
            <a:r>
              <a:rPr b="0" i="0" lang="en" sz="600">
                <a:solidFill>
                  <a:srgbClr val="8797A1"/>
                </a:solidFill>
                <a:latin typeface="Arial"/>
                <a:ea typeface="Arial"/>
                <a:cs typeface="Arial"/>
                <a:sym typeface="Arial"/>
              </a:rPr>
              <a:t>Fuel storage</a:t>
            </a:r>
            <a:endParaRPr sz="1100"/>
          </a:p>
        </p:txBody>
      </p:sp>
      <p:sp>
        <p:nvSpPr>
          <p:cNvPr id="376" name="Google Shape;376;p30"/>
          <p:cNvSpPr/>
          <p:nvPr/>
        </p:nvSpPr>
        <p:spPr>
          <a:xfrm>
            <a:off x="4983617" y="2679589"/>
            <a:ext cx="3929700" cy="274200"/>
          </a:xfrm>
          <a:prstGeom prst="rect">
            <a:avLst/>
          </a:prstGeom>
          <a:solidFill>
            <a:srgbClr val="F4F8FA"/>
          </a:solidFill>
          <a:ln cap="flat" cmpd="sng" w="7150">
            <a:solidFill>
              <a:srgbClr val="D5DEE3"/>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77" name="Google Shape;377;p30"/>
          <p:cNvSpPr txBox="1"/>
          <p:nvPr/>
        </p:nvSpPr>
        <p:spPr>
          <a:xfrm>
            <a:off x="5052197" y="2679589"/>
            <a:ext cx="1827600" cy="274200"/>
          </a:xfrm>
          <a:prstGeom prst="rect">
            <a:avLst/>
          </a:prstGeom>
          <a:noFill/>
          <a:ln>
            <a:noFill/>
          </a:ln>
        </p:spPr>
        <p:txBody>
          <a:bodyPr anchorCtr="0" anchor="ctr" bIns="34275" lIns="34275" spcFirstLastPara="1" rIns="34275" wrap="square" tIns="34275">
            <a:noAutofit/>
          </a:bodyPr>
          <a:lstStyle/>
          <a:p>
            <a:pPr indent="0" lvl="0" marL="0" marR="0" rtl="0" algn="ctr">
              <a:lnSpc>
                <a:spcPct val="101666"/>
              </a:lnSpc>
              <a:spcBef>
                <a:spcPts val="0"/>
              </a:spcBef>
              <a:spcAft>
                <a:spcPts val="0"/>
              </a:spcAft>
              <a:buNone/>
            </a:pPr>
            <a:r>
              <a:rPr b="1" i="0" lang="en" sz="700">
                <a:solidFill>
                  <a:srgbClr val="1F6FA8"/>
                </a:solidFill>
                <a:latin typeface="Arial"/>
                <a:ea typeface="Arial"/>
                <a:cs typeface="Arial"/>
                <a:sym typeface="Arial"/>
              </a:rPr>
              <a:t>Water only</a:t>
            </a:r>
            <a:endParaRPr sz="1100"/>
          </a:p>
        </p:txBody>
      </p:sp>
      <p:sp>
        <p:nvSpPr>
          <p:cNvPr id="378" name="Google Shape;378;p30"/>
          <p:cNvSpPr txBox="1"/>
          <p:nvPr/>
        </p:nvSpPr>
        <p:spPr>
          <a:xfrm>
            <a:off x="6989590" y="2679589"/>
            <a:ext cx="1855200" cy="274200"/>
          </a:xfrm>
          <a:prstGeom prst="rect">
            <a:avLst/>
          </a:prstGeom>
          <a:noFill/>
          <a:ln>
            <a:noFill/>
          </a:ln>
        </p:spPr>
        <p:txBody>
          <a:bodyPr anchorCtr="0" anchor="ctr" bIns="34275" lIns="34275" spcFirstLastPara="1" rIns="34275" wrap="square" tIns="34275">
            <a:noAutofit/>
          </a:bodyPr>
          <a:lstStyle/>
          <a:p>
            <a:pPr indent="0" lvl="0" marL="0" marR="0" rtl="0" algn="ctr">
              <a:lnSpc>
                <a:spcPct val="101666"/>
              </a:lnSpc>
              <a:spcBef>
                <a:spcPts val="0"/>
              </a:spcBef>
              <a:spcAft>
                <a:spcPts val="0"/>
              </a:spcAft>
              <a:buNone/>
            </a:pPr>
            <a:r>
              <a:rPr b="1" i="0" lang="en" sz="700">
                <a:solidFill>
                  <a:srgbClr val="B5342A"/>
                </a:solidFill>
                <a:latin typeface="Arial"/>
                <a:ea typeface="Arial"/>
                <a:cs typeface="Arial"/>
                <a:sym typeface="Arial"/>
              </a:rPr>
              <a:t>Water + CO₂</a:t>
            </a:r>
            <a:endParaRPr sz="1100"/>
          </a:p>
        </p:txBody>
      </p:sp>
      <p:sp>
        <p:nvSpPr>
          <p:cNvPr id="379" name="Google Shape;379;p30"/>
          <p:cNvSpPr txBox="1"/>
          <p:nvPr/>
        </p:nvSpPr>
        <p:spPr>
          <a:xfrm>
            <a:off x="4983617" y="2672731"/>
            <a:ext cx="3929700" cy="274200"/>
          </a:xfrm>
          <a:prstGeom prst="rect">
            <a:avLst/>
          </a:prstGeom>
          <a:noFill/>
          <a:ln>
            <a:noFill/>
          </a:ln>
        </p:spPr>
        <p:txBody>
          <a:bodyPr anchorCtr="0" anchor="ctr" bIns="34275" lIns="34275" spcFirstLastPara="1" rIns="34275" wrap="square" tIns="34275">
            <a:noAutofit/>
          </a:bodyPr>
          <a:lstStyle/>
          <a:p>
            <a:pPr indent="0" lvl="0" marL="0" marR="0" rtl="0" algn="ctr">
              <a:lnSpc>
                <a:spcPct val="101666"/>
              </a:lnSpc>
              <a:spcBef>
                <a:spcPts val="0"/>
              </a:spcBef>
              <a:spcAft>
                <a:spcPts val="0"/>
              </a:spcAft>
              <a:buNone/>
            </a:pPr>
            <a:r>
              <a:rPr b="0" i="0" lang="en" sz="600">
                <a:solidFill>
                  <a:srgbClr val="8797A1"/>
                </a:solidFill>
                <a:latin typeface="Arial"/>
                <a:ea typeface="Arial"/>
                <a:cs typeface="Arial"/>
                <a:sym typeface="Arial"/>
              </a:rPr>
              <a:t>At the stack</a:t>
            </a:r>
            <a:endParaRPr sz="1100"/>
          </a:p>
        </p:txBody>
      </p:sp>
      <p:sp>
        <p:nvSpPr>
          <p:cNvPr id="380" name="Google Shape;380;p30"/>
          <p:cNvSpPr/>
          <p:nvPr/>
        </p:nvSpPr>
        <p:spPr>
          <a:xfrm>
            <a:off x="4983617" y="2967625"/>
            <a:ext cx="3929700" cy="274200"/>
          </a:xfrm>
          <a:prstGeom prst="rect">
            <a:avLst/>
          </a:prstGeom>
          <a:solidFill>
            <a:srgbClr val="FFFFFF"/>
          </a:solidFill>
          <a:ln cap="flat" cmpd="sng" w="7150">
            <a:solidFill>
              <a:srgbClr val="D5DEE3"/>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81" name="Google Shape;381;p30"/>
          <p:cNvSpPr txBox="1"/>
          <p:nvPr/>
        </p:nvSpPr>
        <p:spPr>
          <a:xfrm>
            <a:off x="5052197" y="2967625"/>
            <a:ext cx="1827600" cy="274200"/>
          </a:xfrm>
          <a:prstGeom prst="rect">
            <a:avLst/>
          </a:prstGeom>
          <a:noFill/>
          <a:ln>
            <a:noFill/>
          </a:ln>
        </p:spPr>
        <p:txBody>
          <a:bodyPr anchorCtr="0" anchor="ctr" bIns="34275" lIns="34275" spcFirstLastPara="1" rIns="34275" wrap="square" tIns="34275">
            <a:noAutofit/>
          </a:bodyPr>
          <a:lstStyle/>
          <a:p>
            <a:pPr indent="0" lvl="0" marL="0" marR="0" rtl="0" algn="ctr">
              <a:lnSpc>
                <a:spcPct val="101666"/>
              </a:lnSpc>
              <a:spcBef>
                <a:spcPts val="0"/>
              </a:spcBef>
              <a:spcAft>
                <a:spcPts val="0"/>
              </a:spcAft>
              <a:buNone/>
            </a:pPr>
            <a:r>
              <a:rPr b="1" i="0" lang="en" sz="700">
                <a:solidFill>
                  <a:srgbClr val="1F6FA8"/>
                </a:solidFill>
                <a:latin typeface="Arial"/>
                <a:ea typeface="Arial"/>
                <a:cs typeface="Arial"/>
                <a:sym typeface="Arial"/>
              </a:rPr>
              <a:t>Vehicles, high power</a:t>
            </a:r>
            <a:endParaRPr sz="1100"/>
          </a:p>
        </p:txBody>
      </p:sp>
      <p:sp>
        <p:nvSpPr>
          <p:cNvPr id="382" name="Google Shape;382;p30"/>
          <p:cNvSpPr txBox="1"/>
          <p:nvPr/>
        </p:nvSpPr>
        <p:spPr>
          <a:xfrm>
            <a:off x="6989590" y="2967625"/>
            <a:ext cx="1855200" cy="274200"/>
          </a:xfrm>
          <a:prstGeom prst="rect">
            <a:avLst/>
          </a:prstGeom>
          <a:noFill/>
          <a:ln>
            <a:noFill/>
          </a:ln>
        </p:spPr>
        <p:txBody>
          <a:bodyPr anchorCtr="0" anchor="ctr" bIns="34275" lIns="34275" spcFirstLastPara="1" rIns="34275" wrap="square" tIns="34275">
            <a:noAutofit/>
          </a:bodyPr>
          <a:lstStyle/>
          <a:p>
            <a:pPr indent="0" lvl="0" marL="0" marR="0" rtl="0" algn="ctr">
              <a:lnSpc>
                <a:spcPct val="101666"/>
              </a:lnSpc>
              <a:spcBef>
                <a:spcPts val="0"/>
              </a:spcBef>
              <a:spcAft>
                <a:spcPts val="0"/>
              </a:spcAft>
              <a:buNone/>
            </a:pPr>
            <a:r>
              <a:rPr b="1" i="0" lang="en" sz="700">
                <a:solidFill>
                  <a:srgbClr val="B5342A"/>
                </a:solidFill>
                <a:latin typeface="Arial"/>
                <a:ea typeface="Arial"/>
                <a:cs typeface="Arial"/>
                <a:sym typeface="Arial"/>
              </a:rPr>
              <a:t>Portable, long runtime</a:t>
            </a:r>
            <a:endParaRPr sz="1100"/>
          </a:p>
        </p:txBody>
      </p:sp>
      <p:sp>
        <p:nvSpPr>
          <p:cNvPr id="383" name="Google Shape;383;p30"/>
          <p:cNvSpPr txBox="1"/>
          <p:nvPr/>
        </p:nvSpPr>
        <p:spPr>
          <a:xfrm>
            <a:off x="4983617" y="2960767"/>
            <a:ext cx="3929700" cy="274200"/>
          </a:xfrm>
          <a:prstGeom prst="rect">
            <a:avLst/>
          </a:prstGeom>
          <a:noFill/>
          <a:ln>
            <a:noFill/>
          </a:ln>
        </p:spPr>
        <p:txBody>
          <a:bodyPr anchorCtr="0" anchor="ctr" bIns="34275" lIns="34275" spcFirstLastPara="1" rIns="34275" wrap="square" tIns="34275">
            <a:noAutofit/>
          </a:bodyPr>
          <a:lstStyle/>
          <a:p>
            <a:pPr indent="0" lvl="0" marL="0" marR="0" rtl="0" algn="ctr">
              <a:lnSpc>
                <a:spcPct val="101666"/>
              </a:lnSpc>
              <a:spcBef>
                <a:spcPts val="0"/>
              </a:spcBef>
              <a:spcAft>
                <a:spcPts val="0"/>
              </a:spcAft>
              <a:buNone/>
            </a:pPr>
            <a:r>
              <a:rPr b="0" i="0" lang="en" sz="600">
                <a:solidFill>
                  <a:srgbClr val="8797A1"/>
                </a:solidFill>
                <a:latin typeface="Arial"/>
                <a:ea typeface="Arial"/>
                <a:cs typeface="Arial"/>
                <a:sym typeface="Arial"/>
              </a:rPr>
              <a:t>Best for</a:t>
            </a:r>
            <a:endParaRPr sz="1100"/>
          </a:p>
        </p:txBody>
      </p:sp>
      <p:sp>
        <p:nvSpPr>
          <p:cNvPr id="384" name="Google Shape;384;p30"/>
          <p:cNvSpPr/>
          <p:nvPr/>
        </p:nvSpPr>
        <p:spPr>
          <a:xfrm>
            <a:off x="4983617" y="3324241"/>
            <a:ext cx="3929700" cy="658500"/>
          </a:xfrm>
          <a:prstGeom prst="roundRect">
            <a:avLst>
              <a:gd fmla="val 7291" name="adj"/>
            </a:avLst>
          </a:prstGeom>
          <a:solidFill>
            <a:srgbClr val="F4F8FA"/>
          </a:solidFill>
          <a:ln cap="flat" cmpd="sng" w="7150">
            <a:solidFill>
              <a:srgbClr val="D5DEE3"/>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85" name="Google Shape;385;p30"/>
          <p:cNvSpPr txBox="1"/>
          <p:nvPr/>
        </p:nvSpPr>
        <p:spPr>
          <a:xfrm>
            <a:off x="5100204" y="3444941"/>
            <a:ext cx="3696600" cy="1965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800">
                <a:solidFill>
                  <a:srgbClr val="14303F"/>
                </a:solidFill>
                <a:latin typeface="Arial"/>
                <a:ea typeface="Arial"/>
                <a:cs typeface="Arial"/>
                <a:sym typeface="Arial"/>
              </a:rPr>
              <a:t>The trade in one line</a:t>
            </a:r>
            <a:endParaRPr sz="1100"/>
          </a:p>
        </p:txBody>
      </p:sp>
      <p:sp>
        <p:nvSpPr>
          <p:cNvPr id="386" name="Google Shape;386;p30"/>
          <p:cNvSpPr txBox="1"/>
          <p:nvPr/>
        </p:nvSpPr>
        <p:spPr>
          <a:xfrm>
            <a:off x="5100204" y="3620773"/>
            <a:ext cx="3696600" cy="2892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14303F"/>
                </a:solidFill>
                <a:latin typeface="Arial"/>
                <a:ea typeface="Arial"/>
                <a:cs typeface="Arial"/>
                <a:sym typeface="Arial"/>
              </a:rPr>
              <a:t>You accept a tenth of the power density to avoid a pressurised hydrogen tank. That is the whole DMFC argument.</a:t>
            </a:r>
            <a:endParaRPr sz="1100"/>
          </a:p>
        </p:txBody>
      </p:sp>
      <p:sp>
        <p:nvSpPr>
          <p:cNvPr id="387" name="Google Shape;387;p30"/>
          <p:cNvSpPr txBox="1"/>
          <p:nvPr/>
        </p:nvSpPr>
        <p:spPr>
          <a:xfrm>
            <a:off x="342901" y="4155948"/>
            <a:ext cx="8389500" cy="1920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800">
                <a:solidFill>
                  <a:srgbClr val="14303F"/>
                </a:solidFill>
                <a:latin typeface="Arial"/>
                <a:ea typeface="Arial"/>
                <a:cs typeface="Arial"/>
                <a:sym typeface="Arial"/>
              </a:rPr>
              <a:t>If you can supply hydrogen, take the PEMFC. The DMFC exists because supplying hydrogen is usually the hard part.</a:t>
            </a:r>
            <a:endParaRPr sz="1100"/>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2" name="Shape 392"/>
        <p:cNvGrpSpPr/>
        <p:nvPr/>
      </p:nvGrpSpPr>
      <p:grpSpPr>
        <a:xfrm>
          <a:off x="0" y="0"/>
          <a:ext cx="0" cy="0"/>
          <a:chOff x="0" y="0"/>
          <a:chExt cx="0" cy="0"/>
        </a:xfrm>
      </p:grpSpPr>
      <p:sp>
        <p:nvSpPr>
          <p:cNvPr id="393" name="Google Shape;393;p31"/>
          <p:cNvSpPr txBox="1"/>
          <p:nvPr/>
        </p:nvSpPr>
        <p:spPr>
          <a:xfrm>
            <a:off x="342901" y="274320"/>
            <a:ext cx="8389500" cy="1509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700">
                <a:solidFill>
                  <a:srgbClr val="C77A12"/>
                </a:solidFill>
                <a:latin typeface="Arial"/>
                <a:ea typeface="Arial"/>
                <a:cs typeface="Arial"/>
                <a:sym typeface="Arial"/>
              </a:rPr>
              <a:t>03 · WHAT IT PRODUCES</a:t>
            </a:r>
            <a:endParaRPr sz="1100"/>
          </a:p>
        </p:txBody>
      </p:sp>
      <p:sp>
        <p:nvSpPr>
          <p:cNvPr id="394" name="Google Shape;394;p31"/>
          <p:cNvSpPr txBox="1"/>
          <p:nvPr/>
        </p:nvSpPr>
        <p:spPr>
          <a:xfrm>
            <a:off x="342901" y="452628"/>
            <a:ext cx="8458200" cy="3708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2000">
                <a:solidFill>
                  <a:srgbClr val="14303F"/>
                </a:solidFill>
                <a:latin typeface="Arial"/>
                <a:ea typeface="Arial"/>
                <a:cs typeface="Arial"/>
                <a:sym typeface="Arial"/>
              </a:rPr>
              <a:t>The polarisation curve: the cell's price list</a:t>
            </a:r>
            <a:endParaRPr sz="1100"/>
          </a:p>
        </p:txBody>
      </p:sp>
      <p:sp>
        <p:nvSpPr>
          <p:cNvPr id="395" name="Google Shape;395;p31"/>
          <p:cNvSpPr txBox="1"/>
          <p:nvPr/>
        </p:nvSpPr>
        <p:spPr>
          <a:xfrm>
            <a:off x="342901" y="795909"/>
            <a:ext cx="8458200" cy="2022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900">
                <a:solidFill>
                  <a:srgbClr val="5A6B75"/>
                </a:solidFill>
                <a:latin typeface="Arial"/>
                <a:ea typeface="Arial"/>
                <a:cs typeface="Arial"/>
                <a:sym typeface="Arial"/>
              </a:rPr>
              <a:t>The single most important characteristic. Every extra ampere costs voltage — and past the peak, more than it is worth.</a:t>
            </a:r>
            <a:endParaRPr sz="1100"/>
          </a:p>
        </p:txBody>
      </p:sp>
      <p:pic>
        <p:nvPicPr>
          <p:cNvPr descr="polcurve.png" id="396" name="Google Shape;396;p31"/>
          <p:cNvPicPr preferRelativeResize="0"/>
          <p:nvPr/>
        </p:nvPicPr>
        <p:blipFill rotWithShape="1">
          <a:blip r:embed="rId3">
            <a:alphaModFix/>
          </a:blip>
          <a:srcRect b="0" l="0" r="0" t="0"/>
          <a:stretch/>
        </p:blipFill>
        <p:spPr>
          <a:xfrm>
            <a:off x="411482" y="1138428"/>
            <a:ext cx="4766312" cy="2585465"/>
          </a:xfrm>
          <a:prstGeom prst="rect">
            <a:avLst/>
          </a:prstGeom>
          <a:noFill/>
          <a:ln>
            <a:noFill/>
          </a:ln>
        </p:spPr>
      </p:pic>
      <p:sp>
        <p:nvSpPr>
          <p:cNvPr id="397" name="Google Shape;397;p31"/>
          <p:cNvSpPr/>
          <p:nvPr/>
        </p:nvSpPr>
        <p:spPr>
          <a:xfrm>
            <a:off x="5383552" y="1165860"/>
            <a:ext cx="3381000" cy="645600"/>
          </a:xfrm>
          <a:prstGeom prst="roundRect">
            <a:avLst>
              <a:gd fmla="val 7436" name="adj"/>
            </a:avLst>
          </a:prstGeom>
          <a:solidFill>
            <a:srgbClr val="FBEDEA"/>
          </a:solidFill>
          <a:ln cap="flat" cmpd="sng" w="7150">
            <a:solidFill>
              <a:srgbClr val="EFCFC8"/>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98" name="Google Shape;398;p31"/>
          <p:cNvSpPr txBox="1"/>
          <p:nvPr/>
        </p:nvSpPr>
        <p:spPr>
          <a:xfrm>
            <a:off x="5500139" y="1286561"/>
            <a:ext cx="3147900" cy="1965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800">
                <a:solidFill>
                  <a:srgbClr val="B5342A"/>
                </a:solidFill>
                <a:latin typeface="Arial"/>
                <a:ea typeface="Arial"/>
                <a:cs typeface="Arial"/>
                <a:sym typeface="Arial"/>
              </a:rPr>
              <a:t>Activation  ·  low current</a:t>
            </a:r>
            <a:endParaRPr sz="1100"/>
          </a:p>
        </p:txBody>
      </p:sp>
      <p:sp>
        <p:nvSpPr>
          <p:cNvPr id="399" name="Google Shape;399;p31"/>
          <p:cNvSpPr txBox="1"/>
          <p:nvPr/>
        </p:nvSpPr>
        <p:spPr>
          <a:xfrm>
            <a:off x="5500139" y="1462392"/>
            <a:ext cx="3147900" cy="2892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14303F"/>
                </a:solidFill>
                <a:latin typeface="Arial"/>
                <a:ea typeface="Arial"/>
                <a:cs typeface="Arial"/>
                <a:sym typeface="Arial"/>
              </a:rPr>
              <a:t>The reaction is slow to start and the push comes out of your voltage. This is the loss platinum exists to reduce.</a:t>
            </a:r>
            <a:endParaRPr sz="1100"/>
          </a:p>
        </p:txBody>
      </p:sp>
      <p:sp>
        <p:nvSpPr>
          <p:cNvPr id="400" name="Google Shape;400;p31"/>
          <p:cNvSpPr/>
          <p:nvPr/>
        </p:nvSpPr>
        <p:spPr>
          <a:xfrm>
            <a:off x="5383552" y="1907438"/>
            <a:ext cx="3381000" cy="645600"/>
          </a:xfrm>
          <a:prstGeom prst="roundRect">
            <a:avLst>
              <a:gd fmla="val 7436" name="adj"/>
            </a:avLst>
          </a:prstGeom>
          <a:solidFill>
            <a:srgbClr val="E6F2F3"/>
          </a:solidFill>
          <a:ln cap="flat" cmpd="sng" w="7150">
            <a:solidFill>
              <a:srgbClr val="C2DEE0"/>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01" name="Google Shape;401;p31"/>
          <p:cNvSpPr txBox="1"/>
          <p:nvPr/>
        </p:nvSpPr>
        <p:spPr>
          <a:xfrm>
            <a:off x="5500139" y="2028139"/>
            <a:ext cx="3147900" cy="1965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800">
                <a:solidFill>
                  <a:srgbClr val="0E7C86"/>
                </a:solidFill>
                <a:latin typeface="Arial"/>
                <a:ea typeface="Arial"/>
                <a:cs typeface="Arial"/>
                <a:sym typeface="Arial"/>
              </a:rPr>
              <a:t>Ohmic  ·  mid-range</a:t>
            </a:r>
            <a:endParaRPr sz="1100"/>
          </a:p>
        </p:txBody>
      </p:sp>
      <p:sp>
        <p:nvSpPr>
          <p:cNvPr id="402" name="Google Shape;402;p31"/>
          <p:cNvSpPr txBox="1"/>
          <p:nvPr/>
        </p:nvSpPr>
        <p:spPr>
          <a:xfrm>
            <a:off x="5500139" y="2203970"/>
            <a:ext cx="3147900" cy="2892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14303F"/>
                </a:solidFill>
                <a:latin typeface="Arial"/>
                <a:ea typeface="Arial"/>
                <a:cs typeface="Arial"/>
                <a:sym typeface="Arial"/>
              </a:rPr>
              <a:t>Just resistance — protons through the membrane, electrons through the plates. A straight line, because it is Ohm's law.</a:t>
            </a:r>
            <a:endParaRPr sz="1100"/>
          </a:p>
        </p:txBody>
      </p:sp>
      <p:sp>
        <p:nvSpPr>
          <p:cNvPr id="403" name="Google Shape;403;p31"/>
          <p:cNvSpPr/>
          <p:nvPr/>
        </p:nvSpPr>
        <p:spPr>
          <a:xfrm>
            <a:off x="5383552" y="2649017"/>
            <a:ext cx="3381000" cy="645600"/>
          </a:xfrm>
          <a:prstGeom prst="roundRect">
            <a:avLst>
              <a:gd fmla="val 7436" name="adj"/>
            </a:avLst>
          </a:prstGeom>
          <a:solidFill>
            <a:srgbClr val="EAF2F8"/>
          </a:solidFill>
          <a:ln cap="flat" cmpd="sng" w="7150">
            <a:solidFill>
              <a:srgbClr val="C6DCEA"/>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04" name="Google Shape;404;p31"/>
          <p:cNvSpPr txBox="1"/>
          <p:nvPr/>
        </p:nvSpPr>
        <p:spPr>
          <a:xfrm>
            <a:off x="5500139" y="2769717"/>
            <a:ext cx="3147900" cy="1965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800">
                <a:solidFill>
                  <a:srgbClr val="1F6FA8"/>
                </a:solidFill>
                <a:latin typeface="Arial"/>
                <a:ea typeface="Arial"/>
                <a:cs typeface="Arial"/>
                <a:sym typeface="Arial"/>
              </a:rPr>
              <a:t>Mass transport  ·  high current</a:t>
            </a:r>
            <a:endParaRPr sz="1100"/>
          </a:p>
        </p:txBody>
      </p:sp>
      <p:sp>
        <p:nvSpPr>
          <p:cNvPr id="405" name="Google Shape;405;p31"/>
          <p:cNvSpPr txBox="1"/>
          <p:nvPr/>
        </p:nvSpPr>
        <p:spPr>
          <a:xfrm>
            <a:off x="5500139" y="2945549"/>
            <a:ext cx="3147900" cy="2892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14303F"/>
                </a:solidFill>
                <a:latin typeface="Arial"/>
                <a:ea typeface="Arial"/>
                <a:cs typeface="Arial"/>
                <a:sym typeface="Arial"/>
              </a:rPr>
              <a:t>Gas cannot reach the catalyst fast enough and product water floods the pores. Voltage falls away sharply.</a:t>
            </a:r>
            <a:endParaRPr sz="1100"/>
          </a:p>
        </p:txBody>
      </p:sp>
      <p:sp>
        <p:nvSpPr>
          <p:cNvPr id="406" name="Google Shape;406;p31"/>
          <p:cNvSpPr/>
          <p:nvPr/>
        </p:nvSpPr>
        <p:spPr>
          <a:xfrm>
            <a:off x="5383552" y="3390595"/>
            <a:ext cx="3381000" cy="713400"/>
          </a:xfrm>
          <a:prstGeom prst="roundRect">
            <a:avLst>
              <a:gd fmla="val 6730" name="adj"/>
            </a:avLst>
          </a:prstGeom>
          <a:solidFill>
            <a:srgbClr val="F4F8FA"/>
          </a:solidFill>
          <a:ln cap="flat" cmpd="sng" w="7150">
            <a:solidFill>
              <a:srgbClr val="D5DEE3"/>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07" name="Google Shape;407;p31"/>
          <p:cNvSpPr txBox="1"/>
          <p:nvPr/>
        </p:nvSpPr>
        <p:spPr>
          <a:xfrm>
            <a:off x="5500139" y="3511296"/>
            <a:ext cx="3147900" cy="1965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800">
                <a:solidFill>
                  <a:srgbClr val="14303F"/>
                </a:solidFill>
                <a:latin typeface="Arial"/>
                <a:ea typeface="Arial"/>
                <a:cs typeface="Arial"/>
                <a:sym typeface="Arial"/>
              </a:rPr>
              <a:t>Where we choose to sit</a:t>
            </a:r>
            <a:endParaRPr sz="1100"/>
          </a:p>
        </p:txBody>
      </p:sp>
      <p:sp>
        <p:nvSpPr>
          <p:cNvPr id="408" name="Google Shape;408;p31"/>
          <p:cNvSpPr txBox="1"/>
          <p:nvPr/>
        </p:nvSpPr>
        <p:spPr>
          <a:xfrm>
            <a:off x="5500139" y="3687128"/>
            <a:ext cx="3147900" cy="2892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14303F"/>
                </a:solidFill>
                <a:latin typeface="Arial"/>
                <a:ea typeface="Arial"/>
                <a:cs typeface="Arial"/>
                <a:sym typeface="Arial"/>
              </a:rPr>
              <a:t>Left of the power peak — 1.0 A/cm² and 0.70 V. Higher current means lower voltage, which means lower efficiency and a shorter stack life.</a:t>
            </a:r>
            <a:endParaRPr sz="1100"/>
          </a:p>
        </p:txBody>
      </p:sp>
      <p:sp>
        <p:nvSpPr>
          <p:cNvPr id="409" name="Google Shape;409;p31"/>
          <p:cNvSpPr txBox="1"/>
          <p:nvPr/>
        </p:nvSpPr>
        <p:spPr>
          <a:xfrm>
            <a:off x="342901" y="3840480"/>
            <a:ext cx="4869300" cy="3840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800">
                <a:solidFill>
                  <a:srgbClr val="14303F"/>
                </a:solidFill>
                <a:latin typeface="Arial"/>
                <a:ea typeface="Arial"/>
                <a:cs typeface="Arial"/>
                <a:sym typeface="Arial"/>
              </a:rPr>
              <a:t>Power is the two axes multiplied, so it rises, peaks and collapses. The peak is simply where the falling voltage starts to outweigh the rising current.</a:t>
            </a:r>
            <a:endParaRPr sz="1100"/>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4" name="Shape 414"/>
        <p:cNvGrpSpPr/>
        <p:nvPr/>
      </p:nvGrpSpPr>
      <p:grpSpPr>
        <a:xfrm>
          <a:off x="0" y="0"/>
          <a:ext cx="0" cy="0"/>
          <a:chOff x="0" y="0"/>
          <a:chExt cx="0" cy="0"/>
        </a:xfrm>
      </p:grpSpPr>
      <p:sp>
        <p:nvSpPr>
          <p:cNvPr id="415" name="Google Shape;415;p32"/>
          <p:cNvSpPr txBox="1"/>
          <p:nvPr/>
        </p:nvSpPr>
        <p:spPr>
          <a:xfrm>
            <a:off x="342901" y="274320"/>
            <a:ext cx="8389500" cy="1509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700">
                <a:solidFill>
                  <a:srgbClr val="C77A12"/>
                </a:solidFill>
                <a:latin typeface="Arial"/>
                <a:ea typeface="Arial"/>
                <a:cs typeface="Arial"/>
                <a:sym typeface="Arial"/>
              </a:rPr>
              <a:t>03 · WHAT IT PRODUCES</a:t>
            </a:r>
            <a:endParaRPr sz="1100"/>
          </a:p>
        </p:txBody>
      </p:sp>
      <p:sp>
        <p:nvSpPr>
          <p:cNvPr id="416" name="Google Shape;416;p32"/>
          <p:cNvSpPr txBox="1"/>
          <p:nvPr/>
        </p:nvSpPr>
        <p:spPr>
          <a:xfrm>
            <a:off x="342901" y="452628"/>
            <a:ext cx="8458200" cy="3708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2000">
                <a:solidFill>
                  <a:srgbClr val="14303F"/>
                </a:solidFill>
                <a:latin typeface="Arial"/>
                <a:ea typeface="Arial"/>
                <a:cs typeface="Arial"/>
                <a:sym typeface="Arial"/>
              </a:rPr>
              <a:t>What that gives you, in numbers</a:t>
            </a:r>
            <a:endParaRPr sz="1100"/>
          </a:p>
        </p:txBody>
      </p:sp>
      <p:sp>
        <p:nvSpPr>
          <p:cNvPr id="417" name="Google Shape;417;p32"/>
          <p:cNvSpPr txBox="1"/>
          <p:nvPr/>
        </p:nvSpPr>
        <p:spPr>
          <a:xfrm>
            <a:off x="342901" y="795909"/>
            <a:ext cx="8458200" cy="2022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900">
                <a:solidFill>
                  <a:srgbClr val="5A6B75"/>
                </a:solidFill>
                <a:latin typeface="Arial"/>
                <a:ea typeface="Arial"/>
                <a:cs typeface="Arial"/>
                <a:sym typeface="Arial"/>
              </a:rPr>
              <a:t>Current comes from area, voltage from cell count, and efficiency is just the cell voltage rescaled.</a:t>
            </a:r>
            <a:endParaRPr sz="1100"/>
          </a:p>
        </p:txBody>
      </p:sp>
      <p:sp>
        <p:nvSpPr>
          <p:cNvPr id="418" name="Google Shape;418;p32"/>
          <p:cNvSpPr/>
          <p:nvPr/>
        </p:nvSpPr>
        <p:spPr>
          <a:xfrm>
            <a:off x="377192" y="1193292"/>
            <a:ext cx="8389500" cy="726900"/>
          </a:xfrm>
          <a:prstGeom prst="roundRect">
            <a:avLst>
              <a:gd fmla="val 6603" name="adj"/>
            </a:avLst>
          </a:prstGeom>
          <a:solidFill>
            <a:srgbClr val="FDF3E3"/>
          </a:solidFill>
          <a:ln cap="flat" cmpd="sng" w="7150">
            <a:solidFill>
              <a:srgbClr val="F0D7AC"/>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19" name="Google Shape;419;p32"/>
          <p:cNvSpPr txBox="1"/>
          <p:nvPr/>
        </p:nvSpPr>
        <p:spPr>
          <a:xfrm>
            <a:off x="521210" y="1261872"/>
            <a:ext cx="4114800" cy="1647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700">
                <a:solidFill>
                  <a:srgbClr val="C77A12"/>
                </a:solidFill>
                <a:latin typeface="Arial"/>
                <a:ea typeface="Arial"/>
                <a:cs typeface="Arial"/>
                <a:sym typeface="Arial"/>
              </a:rPr>
              <a:t>ONE WORKED EXAMPLE</a:t>
            </a:r>
            <a:endParaRPr sz="1100"/>
          </a:p>
        </p:txBody>
      </p:sp>
      <p:sp>
        <p:nvSpPr>
          <p:cNvPr id="420" name="Google Shape;420;p32"/>
          <p:cNvSpPr txBox="1"/>
          <p:nvPr/>
        </p:nvSpPr>
        <p:spPr>
          <a:xfrm>
            <a:off x="521210" y="1453896"/>
            <a:ext cx="2331600" cy="1647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5A6B75"/>
                </a:solidFill>
                <a:latin typeface="Courier New"/>
                <a:ea typeface="Courier New"/>
                <a:cs typeface="Courier New"/>
                <a:sym typeface="Courier New"/>
              </a:rPr>
              <a:t>200 cm²  ×  1.0 A/cm²</a:t>
            </a:r>
            <a:endParaRPr sz="1100"/>
          </a:p>
        </p:txBody>
      </p:sp>
      <p:sp>
        <p:nvSpPr>
          <p:cNvPr id="421" name="Google Shape;421;p32"/>
          <p:cNvSpPr txBox="1"/>
          <p:nvPr/>
        </p:nvSpPr>
        <p:spPr>
          <a:xfrm>
            <a:off x="521210" y="1618488"/>
            <a:ext cx="2331600" cy="2193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1100">
                <a:solidFill>
                  <a:srgbClr val="C77A12"/>
                </a:solidFill>
                <a:latin typeface="Arial"/>
                <a:ea typeface="Arial"/>
                <a:cs typeface="Arial"/>
                <a:sym typeface="Arial"/>
              </a:rPr>
              <a:t>I  =  200 A</a:t>
            </a:r>
            <a:endParaRPr sz="1100"/>
          </a:p>
        </p:txBody>
      </p:sp>
      <p:sp>
        <p:nvSpPr>
          <p:cNvPr id="422" name="Google Shape;422;p32"/>
          <p:cNvSpPr txBox="1"/>
          <p:nvPr/>
        </p:nvSpPr>
        <p:spPr>
          <a:xfrm>
            <a:off x="2270007" y="1577340"/>
            <a:ext cx="1028700" cy="1647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600">
                <a:solidFill>
                  <a:srgbClr val="8797A1"/>
                </a:solidFill>
                <a:latin typeface="Arial"/>
                <a:ea typeface="Arial"/>
                <a:cs typeface="Arial"/>
                <a:sym typeface="Arial"/>
              </a:rPr>
              <a:t>area sets the current</a:t>
            </a:r>
            <a:endParaRPr sz="1100"/>
          </a:p>
        </p:txBody>
      </p:sp>
      <p:sp>
        <p:nvSpPr>
          <p:cNvPr id="423" name="Google Shape;423;p32"/>
          <p:cNvSpPr txBox="1"/>
          <p:nvPr/>
        </p:nvSpPr>
        <p:spPr>
          <a:xfrm>
            <a:off x="3298712" y="1453896"/>
            <a:ext cx="2331600" cy="1647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5A6B75"/>
                </a:solidFill>
                <a:latin typeface="Courier New"/>
                <a:ea typeface="Courier New"/>
                <a:cs typeface="Courier New"/>
                <a:sym typeface="Courier New"/>
              </a:rPr>
              <a:t>400 cells  ×  0.70 V</a:t>
            </a:r>
            <a:endParaRPr sz="1100"/>
          </a:p>
        </p:txBody>
      </p:sp>
      <p:sp>
        <p:nvSpPr>
          <p:cNvPr id="424" name="Google Shape;424;p32"/>
          <p:cNvSpPr txBox="1"/>
          <p:nvPr/>
        </p:nvSpPr>
        <p:spPr>
          <a:xfrm>
            <a:off x="3298712" y="1618488"/>
            <a:ext cx="2331600" cy="2193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1100">
                <a:solidFill>
                  <a:srgbClr val="C77A12"/>
                </a:solidFill>
                <a:latin typeface="Arial"/>
                <a:ea typeface="Arial"/>
                <a:cs typeface="Arial"/>
                <a:sym typeface="Arial"/>
              </a:rPr>
              <a:t>V  =  280 V</a:t>
            </a:r>
            <a:endParaRPr sz="1100"/>
          </a:p>
        </p:txBody>
      </p:sp>
      <p:sp>
        <p:nvSpPr>
          <p:cNvPr id="425" name="Google Shape;425;p32"/>
          <p:cNvSpPr txBox="1"/>
          <p:nvPr/>
        </p:nvSpPr>
        <p:spPr>
          <a:xfrm>
            <a:off x="5047508" y="1577340"/>
            <a:ext cx="1028700" cy="1647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600">
                <a:solidFill>
                  <a:srgbClr val="8797A1"/>
                </a:solidFill>
                <a:latin typeface="Arial"/>
                <a:ea typeface="Arial"/>
                <a:cs typeface="Arial"/>
                <a:sym typeface="Arial"/>
              </a:rPr>
              <a:t>cell count sets the voltage</a:t>
            </a:r>
            <a:endParaRPr sz="1100"/>
          </a:p>
        </p:txBody>
      </p:sp>
      <p:sp>
        <p:nvSpPr>
          <p:cNvPr id="426" name="Google Shape;426;p32"/>
          <p:cNvSpPr txBox="1"/>
          <p:nvPr/>
        </p:nvSpPr>
        <p:spPr>
          <a:xfrm>
            <a:off x="6076212" y="1453896"/>
            <a:ext cx="2331600" cy="1647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5A6B75"/>
                </a:solidFill>
                <a:latin typeface="Courier New"/>
                <a:ea typeface="Courier New"/>
                <a:cs typeface="Courier New"/>
                <a:sym typeface="Courier New"/>
              </a:rPr>
              <a:t>280 V  ×  200 A</a:t>
            </a:r>
            <a:endParaRPr sz="1100"/>
          </a:p>
        </p:txBody>
      </p:sp>
      <p:sp>
        <p:nvSpPr>
          <p:cNvPr id="427" name="Google Shape;427;p32"/>
          <p:cNvSpPr txBox="1"/>
          <p:nvPr/>
        </p:nvSpPr>
        <p:spPr>
          <a:xfrm>
            <a:off x="6076212" y="1618488"/>
            <a:ext cx="2331600" cy="2193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1100">
                <a:solidFill>
                  <a:srgbClr val="C77A12"/>
                </a:solidFill>
                <a:latin typeface="Arial"/>
                <a:ea typeface="Arial"/>
                <a:cs typeface="Arial"/>
                <a:sym typeface="Arial"/>
              </a:rPr>
              <a:t>P  =  56 kW</a:t>
            </a:r>
            <a:endParaRPr sz="1100"/>
          </a:p>
        </p:txBody>
      </p:sp>
      <p:sp>
        <p:nvSpPr>
          <p:cNvPr id="428" name="Google Shape;428;p32"/>
          <p:cNvSpPr txBox="1"/>
          <p:nvPr/>
        </p:nvSpPr>
        <p:spPr>
          <a:xfrm>
            <a:off x="7825010" y="1577340"/>
            <a:ext cx="1028700" cy="1647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600">
                <a:solidFill>
                  <a:srgbClr val="8797A1"/>
                </a:solidFill>
                <a:latin typeface="Arial"/>
                <a:ea typeface="Arial"/>
                <a:cs typeface="Arial"/>
                <a:sym typeface="Arial"/>
              </a:rPr>
              <a:t>gross stack power</a:t>
            </a:r>
            <a:endParaRPr sz="1100"/>
          </a:p>
        </p:txBody>
      </p:sp>
      <p:sp>
        <p:nvSpPr>
          <p:cNvPr id="429" name="Google Shape;429;p32"/>
          <p:cNvSpPr txBox="1"/>
          <p:nvPr/>
        </p:nvSpPr>
        <p:spPr>
          <a:xfrm>
            <a:off x="342901" y="2098548"/>
            <a:ext cx="4080600" cy="1647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700">
                <a:solidFill>
                  <a:srgbClr val="0E7C86"/>
                </a:solidFill>
                <a:latin typeface="Arial"/>
                <a:ea typeface="Arial"/>
                <a:cs typeface="Arial"/>
                <a:sym typeface="Arial"/>
              </a:rPr>
              <a:t>EFFICIENCY IS TWO NUMBERS DIVIDED</a:t>
            </a:r>
            <a:endParaRPr sz="1100"/>
          </a:p>
        </p:txBody>
      </p:sp>
      <p:sp>
        <p:nvSpPr>
          <p:cNvPr id="430" name="Google Shape;430;p32"/>
          <p:cNvSpPr/>
          <p:nvPr/>
        </p:nvSpPr>
        <p:spPr>
          <a:xfrm>
            <a:off x="377192" y="2318004"/>
            <a:ext cx="4080600" cy="411600"/>
          </a:xfrm>
          <a:prstGeom prst="roundRect">
            <a:avLst>
              <a:gd fmla="val 10000" name="adj"/>
            </a:avLst>
          </a:prstGeom>
          <a:solidFill>
            <a:srgbClr val="FDF3E3"/>
          </a:solidFill>
          <a:ln cap="flat" cmpd="sng" w="7150">
            <a:solidFill>
              <a:srgbClr val="F0D7AC"/>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31" name="Google Shape;431;p32"/>
          <p:cNvSpPr txBox="1"/>
          <p:nvPr/>
        </p:nvSpPr>
        <p:spPr>
          <a:xfrm>
            <a:off x="500636" y="2318004"/>
            <a:ext cx="823200" cy="411600"/>
          </a:xfrm>
          <a:prstGeom prst="rect">
            <a:avLst/>
          </a:prstGeom>
          <a:noFill/>
          <a:ln>
            <a:noFill/>
          </a:ln>
        </p:spPr>
        <p:txBody>
          <a:bodyPr anchorCtr="0" anchor="ctr" bIns="34275" lIns="34275" spcFirstLastPara="1" rIns="34275" wrap="square" tIns="34275">
            <a:noAutofit/>
          </a:bodyPr>
          <a:lstStyle/>
          <a:p>
            <a:pPr indent="0" lvl="0" marL="0" marR="0" rtl="0" algn="l">
              <a:lnSpc>
                <a:spcPct val="101666"/>
              </a:lnSpc>
              <a:spcBef>
                <a:spcPts val="0"/>
              </a:spcBef>
              <a:spcAft>
                <a:spcPts val="0"/>
              </a:spcAft>
              <a:buNone/>
            </a:pPr>
            <a:r>
              <a:rPr b="1" i="0" lang="en" sz="1100">
                <a:solidFill>
                  <a:srgbClr val="C77A12"/>
                </a:solidFill>
                <a:latin typeface="Arial"/>
                <a:ea typeface="Arial"/>
                <a:cs typeface="Arial"/>
                <a:sym typeface="Arial"/>
              </a:rPr>
              <a:t>1.48 V</a:t>
            </a:r>
            <a:endParaRPr sz="1100"/>
          </a:p>
        </p:txBody>
      </p:sp>
      <p:sp>
        <p:nvSpPr>
          <p:cNvPr id="432" name="Google Shape;432;p32"/>
          <p:cNvSpPr txBox="1"/>
          <p:nvPr/>
        </p:nvSpPr>
        <p:spPr>
          <a:xfrm>
            <a:off x="1371605" y="2318004"/>
            <a:ext cx="2949000" cy="411600"/>
          </a:xfrm>
          <a:prstGeom prst="rect">
            <a:avLst/>
          </a:prstGeom>
          <a:noFill/>
          <a:ln>
            <a:noFill/>
          </a:ln>
        </p:spPr>
        <p:txBody>
          <a:bodyPr anchorCtr="0" anchor="ctr" bIns="34275" lIns="34275" spcFirstLastPara="1" rIns="34275" wrap="square" tIns="34275">
            <a:noAutofit/>
          </a:bodyPr>
          <a:lstStyle/>
          <a:p>
            <a:pPr indent="0" lvl="0" marL="0" marR="0" rtl="0" algn="l">
              <a:lnSpc>
                <a:spcPct val="101666"/>
              </a:lnSpc>
              <a:spcBef>
                <a:spcPts val="0"/>
              </a:spcBef>
              <a:spcAft>
                <a:spcPts val="0"/>
              </a:spcAft>
              <a:buNone/>
            </a:pPr>
            <a:r>
              <a:rPr b="0" i="0" lang="en" sz="800">
                <a:solidFill>
                  <a:srgbClr val="14303F"/>
                </a:solidFill>
                <a:latin typeface="Arial"/>
                <a:ea typeface="Arial"/>
                <a:cs typeface="Arial"/>
                <a:sym typeface="Arial"/>
              </a:rPr>
              <a:t>if none of the fuel energy became heat</a:t>
            </a:r>
            <a:endParaRPr sz="1100"/>
          </a:p>
        </p:txBody>
      </p:sp>
      <p:sp>
        <p:nvSpPr>
          <p:cNvPr id="433" name="Google Shape;433;p32"/>
          <p:cNvSpPr/>
          <p:nvPr/>
        </p:nvSpPr>
        <p:spPr>
          <a:xfrm>
            <a:off x="377192" y="2770632"/>
            <a:ext cx="4080600" cy="411600"/>
          </a:xfrm>
          <a:prstGeom prst="roundRect">
            <a:avLst>
              <a:gd fmla="val 10000" name="adj"/>
            </a:avLst>
          </a:prstGeom>
          <a:solidFill>
            <a:srgbClr val="E6F2F3"/>
          </a:solidFill>
          <a:ln cap="flat" cmpd="sng" w="7150">
            <a:solidFill>
              <a:srgbClr val="C2DEE0"/>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34" name="Google Shape;434;p32"/>
          <p:cNvSpPr txBox="1"/>
          <p:nvPr/>
        </p:nvSpPr>
        <p:spPr>
          <a:xfrm>
            <a:off x="500636" y="2770632"/>
            <a:ext cx="823200" cy="411600"/>
          </a:xfrm>
          <a:prstGeom prst="rect">
            <a:avLst/>
          </a:prstGeom>
          <a:noFill/>
          <a:ln>
            <a:noFill/>
          </a:ln>
        </p:spPr>
        <p:txBody>
          <a:bodyPr anchorCtr="0" anchor="ctr" bIns="34275" lIns="34275" spcFirstLastPara="1" rIns="34275" wrap="square" tIns="34275">
            <a:noAutofit/>
          </a:bodyPr>
          <a:lstStyle/>
          <a:p>
            <a:pPr indent="0" lvl="0" marL="0" marR="0" rtl="0" algn="l">
              <a:lnSpc>
                <a:spcPct val="101666"/>
              </a:lnSpc>
              <a:spcBef>
                <a:spcPts val="0"/>
              </a:spcBef>
              <a:spcAft>
                <a:spcPts val="0"/>
              </a:spcAft>
              <a:buNone/>
            </a:pPr>
            <a:r>
              <a:rPr b="1" i="0" lang="en" sz="1100">
                <a:solidFill>
                  <a:srgbClr val="0E7C86"/>
                </a:solidFill>
                <a:latin typeface="Arial"/>
                <a:ea typeface="Arial"/>
                <a:cs typeface="Arial"/>
                <a:sym typeface="Arial"/>
              </a:rPr>
              <a:t>1.23 V</a:t>
            </a:r>
            <a:endParaRPr sz="1100"/>
          </a:p>
        </p:txBody>
      </p:sp>
      <p:sp>
        <p:nvSpPr>
          <p:cNvPr id="435" name="Google Shape;435;p32"/>
          <p:cNvSpPr txBox="1"/>
          <p:nvPr/>
        </p:nvSpPr>
        <p:spPr>
          <a:xfrm>
            <a:off x="1371605" y="2770632"/>
            <a:ext cx="2949000" cy="411600"/>
          </a:xfrm>
          <a:prstGeom prst="rect">
            <a:avLst/>
          </a:prstGeom>
          <a:noFill/>
          <a:ln>
            <a:noFill/>
          </a:ln>
        </p:spPr>
        <p:txBody>
          <a:bodyPr anchorCtr="0" anchor="ctr" bIns="34275" lIns="34275" spcFirstLastPara="1" rIns="34275" wrap="square" tIns="34275">
            <a:noAutofit/>
          </a:bodyPr>
          <a:lstStyle/>
          <a:p>
            <a:pPr indent="0" lvl="0" marL="0" marR="0" rtl="0" algn="l">
              <a:lnSpc>
                <a:spcPct val="101666"/>
              </a:lnSpc>
              <a:spcBef>
                <a:spcPts val="0"/>
              </a:spcBef>
              <a:spcAft>
                <a:spcPts val="0"/>
              </a:spcAft>
              <a:buNone/>
            </a:pPr>
            <a:r>
              <a:rPr b="0" i="0" lang="en" sz="800">
                <a:solidFill>
                  <a:srgbClr val="14303F"/>
                </a:solidFill>
                <a:latin typeface="Arial"/>
                <a:ea typeface="Arial"/>
                <a:cs typeface="Arial"/>
                <a:sym typeface="Arial"/>
              </a:rPr>
              <a:t>the most that can become electricity</a:t>
            </a:r>
            <a:endParaRPr sz="1100"/>
          </a:p>
        </p:txBody>
      </p:sp>
      <p:sp>
        <p:nvSpPr>
          <p:cNvPr id="436" name="Google Shape;436;p32"/>
          <p:cNvSpPr/>
          <p:nvPr/>
        </p:nvSpPr>
        <p:spPr>
          <a:xfrm>
            <a:off x="377192" y="3223260"/>
            <a:ext cx="4080600" cy="411600"/>
          </a:xfrm>
          <a:prstGeom prst="roundRect">
            <a:avLst>
              <a:gd fmla="val 10000" name="adj"/>
            </a:avLst>
          </a:prstGeom>
          <a:solidFill>
            <a:srgbClr val="EAF2F8"/>
          </a:solidFill>
          <a:ln cap="flat" cmpd="sng" w="7150">
            <a:solidFill>
              <a:srgbClr val="C6DCEA"/>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37" name="Google Shape;437;p32"/>
          <p:cNvSpPr txBox="1"/>
          <p:nvPr/>
        </p:nvSpPr>
        <p:spPr>
          <a:xfrm>
            <a:off x="500636" y="3223260"/>
            <a:ext cx="823200" cy="411600"/>
          </a:xfrm>
          <a:prstGeom prst="rect">
            <a:avLst/>
          </a:prstGeom>
          <a:noFill/>
          <a:ln>
            <a:noFill/>
          </a:ln>
        </p:spPr>
        <p:txBody>
          <a:bodyPr anchorCtr="0" anchor="ctr" bIns="34275" lIns="34275" spcFirstLastPara="1" rIns="34275" wrap="square" tIns="34275">
            <a:noAutofit/>
          </a:bodyPr>
          <a:lstStyle/>
          <a:p>
            <a:pPr indent="0" lvl="0" marL="0" marR="0" rtl="0" algn="l">
              <a:lnSpc>
                <a:spcPct val="101666"/>
              </a:lnSpc>
              <a:spcBef>
                <a:spcPts val="0"/>
              </a:spcBef>
              <a:spcAft>
                <a:spcPts val="0"/>
              </a:spcAft>
              <a:buNone/>
            </a:pPr>
            <a:r>
              <a:rPr b="1" i="0" lang="en" sz="1100">
                <a:solidFill>
                  <a:srgbClr val="1F6FA8"/>
                </a:solidFill>
                <a:latin typeface="Arial"/>
                <a:ea typeface="Arial"/>
                <a:cs typeface="Arial"/>
                <a:sym typeface="Arial"/>
              </a:rPr>
              <a:t>0.70 V</a:t>
            </a:r>
            <a:endParaRPr sz="1100"/>
          </a:p>
        </p:txBody>
      </p:sp>
      <p:sp>
        <p:nvSpPr>
          <p:cNvPr id="438" name="Google Shape;438;p32"/>
          <p:cNvSpPr txBox="1"/>
          <p:nvPr/>
        </p:nvSpPr>
        <p:spPr>
          <a:xfrm>
            <a:off x="1371605" y="3223260"/>
            <a:ext cx="2949000" cy="411600"/>
          </a:xfrm>
          <a:prstGeom prst="rect">
            <a:avLst/>
          </a:prstGeom>
          <a:noFill/>
          <a:ln>
            <a:noFill/>
          </a:ln>
        </p:spPr>
        <p:txBody>
          <a:bodyPr anchorCtr="0" anchor="ctr" bIns="34275" lIns="34275" spcFirstLastPara="1" rIns="34275" wrap="square" tIns="34275">
            <a:noAutofit/>
          </a:bodyPr>
          <a:lstStyle/>
          <a:p>
            <a:pPr indent="0" lvl="0" marL="0" marR="0" rtl="0" algn="l">
              <a:lnSpc>
                <a:spcPct val="101666"/>
              </a:lnSpc>
              <a:spcBef>
                <a:spcPts val="0"/>
              </a:spcBef>
              <a:spcAft>
                <a:spcPts val="0"/>
              </a:spcAft>
              <a:buNone/>
            </a:pPr>
            <a:r>
              <a:rPr b="0" i="0" lang="en" sz="800">
                <a:solidFill>
                  <a:srgbClr val="14303F"/>
                </a:solidFill>
                <a:latin typeface="Arial"/>
                <a:ea typeface="Arial"/>
                <a:cs typeface="Arial"/>
                <a:sym typeface="Arial"/>
              </a:rPr>
              <a:t>what the cell actually gives, from the curve</a:t>
            </a:r>
            <a:endParaRPr sz="1100"/>
          </a:p>
        </p:txBody>
      </p:sp>
      <p:sp>
        <p:nvSpPr>
          <p:cNvPr id="439" name="Google Shape;439;p32"/>
          <p:cNvSpPr/>
          <p:nvPr/>
        </p:nvSpPr>
        <p:spPr>
          <a:xfrm>
            <a:off x="377192" y="3675888"/>
            <a:ext cx="4080600" cy="438900"/>
          </a:xfrm>
          <a:prstGeom prst="roundRect">
            <a:avLst>
              <a:gd fmla="val 9375" name="adj"/>
            </a:avLst>
          </a:prstGeom>
          <a:solidFill>
            <a:srgbClr val="14303F"/>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40" name="Google Shape;440;p32"/>
          <p:cNvSpPr txBox="1"/>
          <p:nvPr/>
        </p:nvSpPr>
        <p:spPr>
          <a:xfrm>
            <a:off x="480062" y="3675888"/>
            <a:ext cx="3840600" cy="438900"/>
          </a:xfrm>
          <a:prstGeom prst="rect">
            <a:avLst/>
          </a:prstGeom>
          <a:noFill/>
          <a:ln>
            <a:noFill/>
          </a:ln>
        </p:spPr>
        <p:txBody>
          <a:bodyPr anchorCtr="0" anchor="ctr" bIns="34275" lIns="34275" spcFirstLastPara="1" rIns="34275" wrap="square" tIns="34275">
            <a:noAutofit/>
          </a:bodyPr>
          <a:lstStyle/>
          <a:p>
            <a:pPr indent="0" lvl="0" marL="0" marR="0" rtl="0" algn="l">
              <a:lnSpc>
                <a:spcPct val="101666"/>
              </a:lnSpc>
              <a:spcBef>
                <a:spcPts val="0"/>
              </a:spcBef>
              <a:spcAft>
                <a:spcPts val="0"/>
              </a:spcAft>
              <a:buNone/>
            </a:pPr>
            <a:r>
              <a:rPr b="0" i="0" lang="en" sz="1000">
                <a:solidFill>
                  <a:srgbClr val="FFFFFF"/>
                </a:solidFill>
                <a:latin typeface="Courier New"/>
                <a:ea typeface="Courier New"/>
                <a:cs typeface="Courier New"/>
                <a:sym typeface="Courier New"/>
              </a:rPr>
              <a:t>0.70 / 1.48  =  47 %</a:t>
            </a:r>
            <a:endParaRPr sz="1100"/>
          </a:p>
        </p:txBody>
      </p:sp>
      <p:sp>
        <p:nvSpPr>
          <p:cNvPr id="441" name="Google Shape;441;p32"/>
          <p:cNvSpPr txBox="1"/>
          <p:nvPr/>
        </p:nvSpPr>
        <p:spPr>
          <a:xfrm>
            <a:off x="4649743" y="2098548"/>
            <a:ext cx="4080600" cy="1647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700">
                <a:solidFill>
                  <a:srgbClr val="C77A12"/>
                </a:solidFill>
                <a:latin typeface="Arial"/>
                <a:ea typeface="Arial"/>
                <a:cs typeface="Arial"/>
                <a:sym typeface="Arial"/>
              </a:rPr>
              <a:t>WHERE 119 KW OF HYDROGEN GOES</a:t>
            </a:r>
            <a:endParaRPr sz="1100"/>
          </a:p>
        </p:txBody>
      </p:sp>
      <p:sp>
        <p:nvSpPr>
          <p:cNvPr id="442" name="Google Shape;442;p32"/>
          <p:cNvSpPr/>
          <p:nvPr/>
        </p:nvSpPr>
        <p:spPr>
          <a:xfrm>
            <a:off x="4684033" y="2318004"/>
            <a:ext cx="4080600" cy="411600"/>
          </a:xfrm>
          <a:prstGeom prst="roundRect">
            <a:avLst>
              <a:gd fmla="val 10000" name="adj"/>
            </a:avLst>
          </a:prstGeom>
          <a:solidFill>
            <a:srgbClr val="F4F8FA"/>
          </a:solidFill>
          <a:ln cap="flat" cmpd="sng" w="7150">
            <a:solidFill>
              <a:srgbClr val="D5DEE3"/>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43" name="Google Shape;443;p32"/>
          <p:cNvSpPr/>
          <p:nvPr/>
        </p:nvSpPr>
        <p:spPr>
          <a:xfrm>
            <a:off x="4684033" y="2318004"/>
            <a:ext cx="4080600" cy="54900"/>
          </a:xfrm>
          <a:prstGeom prst="roundRect">
            <a:avLst>
              <a:gd fmla="val 37500" name="adj"/>
            </a:avLst>
          </a:prstGeom>
          <a:solidFill>
            <a:srgbClr val="C77A12"/>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44" name="Google Shape;444;p32"/>
          <p:cNvSpPr txBox="1"/>
          <p:nvPr/>
        </p:nvSpPr>
        <p:spPr>
          <a:xfrm>
            <a:off x="4773188" y="2345436"/>
            <a:ext cx="2331600" cy="384000"/>
          </a:xfrm>
          <a:prstGeom prst="rect">
            <a:avLst/>
          </a:prstGeom>
          <a:noFill/>
          <a:ln>
            <a:noFill/>
          </a:ln>
        </p:spPr>
        <p:txBody>
          <a:bodyPr anchorCtr="0" anchor="ctr" bIns="34275" lIns="34275" spcFirstLastPara="1" rIns="34275" wrap="square" tIns="34275">
            <a:noAutofit/>
          </a:bodyPr>
          <a:lstStyle/>
          <a:p>
            <a:pPr indent="0" lvl="0" marL="0" marR="0" rtl="0" algn="l">
              <a:lnSpc>
                <a:spcPct val="101666"/>
              </a:lnSpc>
              <a:spcBef>
                <a:spcPts val="0"/>
              </a:spcBef>
              <a:spcAft>
                <a:spcPts val="0"/>
              </a:spcAft>
              <a:buNone/>
            </a:pPr>
            <a:r>
              <a:rPr b="1" i="0" lang="en" sz="800">
                <a:solidFill>
                  <a:srgbClr val="C77A12"/>
                </a:solidFill>
                <a:latin typeface="Arial"/>
                <a:ea typeface="Arial"/>
                <a:cs typeface="Arial"/>
                <a:sym typeface="Arial"/>
              </a:rPr>
              <a:t>Fuel in</a:t>
            </a:r>
            <a:endParaRPr sz="1100"/>
          </a:p>
        </p:txBody>
      </p:sp>
      <p:sp>
        <p:nvSpPr>
          <p:cNvPr id="445" name="Google Shape;445;p32"/>
          <p:cNvSpPr txBox="1"/>
          <p:nvPr/>
        </p:nvSpPr>
        <p:spPr>
          <a:xfrm>
            <a:off x="7680992" y="2345436"/>
            <a:ext cx="973800" cy="384000"/>
          </a:xfrm>
          <a:prstGeom prst="rect">
            <a:avLst/>
          </a:prstGeom>
          <a:noFill/>
          <a:ln>
            <a:noFill/>
          </a:ln>
        </p:spPr>
        <p:txBody>
          <a:bodyPr anchorCtr="0" anchor="ctr" bIns="34275" lIns="34275" spcFirstLastPara="1" rIns="34275" wrap="square" tIns="34275">
            <a:noAutofit/>
          </a:bodyPr>
          <a:lstStyle/>
          <a:p>
            <a:pPr indent="0" lvl="0" marL="0" marR="0" rtl="0" algn="r">
              <a:lnSpc>
                <a:spcPct val="101666"/>
              </a:lnSpc>
              <a:spcBef>
                <a:spcPts val="0"/>
              </a:spcBef>
              <a:spcAft>
                <a:spcPts val="0"/>
              </a:spcAft>
              <a:buNone/>
            </a:pPr>
            <a:r>
              <a:rPr b="1" i="0" lang="en" sz="1000">
                <a:solidFill>
                  <a:srgbClr val="C77A12"/>
                </a:solidFill>
                <a:latin typeface="Arial"/>
                <a:ea typeface="Arial"/>
                <a:cs typeface="Arial"/>
                <a:sym typeface="Arial"/>
              </a:rPr>
              <a:t>119 kW</a:t>
            </a:r>
            <a:endParaRPr sz="1100"/>
          </a:p>
        </p:txBody>
      </p:sp>
      <p:sp>
        <p:nvSpPr>
          <p:cNvPr id="446" name="Google Shape;446;p32"/>
          <p:cNvSpPr/>
          <p:nvPr/>
        </p:nvSpPr>
        <p:spPr>
          <a:xfrm>
            <a:off x="4684033" y="2770632"/>
            <a:ext cx="4080600" cy="411600"/>
          </a:xfrm>
          <a:prstGeom prst="roundRect">
            <a:avLst>
              <a:gd fmla="val 10000" name="adj"/>
            </a:avLst>
          </a:prstGeom>
          <a:solidFill>
            <a:srgbClr val="F4F8FA"/>
          </a:solidFill>
          <a:ln cap="flat" cmpd="sng" w="7150">
            <a:solidFill>
              <a:srgbClr val="D5DEE3"/>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47" name="Google Shape;447;p32"/>
          <p:cNvSpPr/>
          <p:nvPr/>
        </p:nvSpPr>
        <p:spPr>
          <a:xfrm>
            <a:off x="4684033" y="2770632"/>
            <a:ext cx="1917900" cy="54900"/>
          </a:xfrm>
          <a:prstGeom prst="roundRect">
            <a:avLst>
              <a:gd fmla="val 37500" name="adj"/>
            </a:avLst>
          </a:prstGeom>
          <a:solidFill>
            <a:srgbClr val="1F6FA8"/>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48" name="Google Shape;448;p32"/>
          <p:cNvSpPr txBox="1"/>
          <p:nvPr/>
        </p:nvSpPr>
        <p:spPr>
          <a:xfrm>
            <a:off x="4773188" y="2798064"/>
            <a:ext cx="2331600" cy="384000"/>
          </a:xfrm>
          <a:prstGeom prst="rect">
            <a:avLst/>
          </a:prstGeom>
          <a:noFill/>
          <a:ln>
            <a:noFill/>
          </a:ln>
        </p:spPr>
        <p:txBody>
          <a:bodyPr anchorCtr="0" anchor="ctr" bIns="34275" lIns="34275" spcFirstLastPara="1" rIns="34275" wrap="square" tIns="34275">
            <a:noAutofit/>
          </a:bodyPr>
          <a:lstStyle/>
          <a:p>
            <a:pPr indent="0" lvl="0" marL="0" marR="0" rtl="0" algn="l">
              <a:lnSpc>
                <a:spcPct val="101666"/>
              </a:lnSpc>
              <a:spcBef>
                <a:spcPts val="0"/>
              </a:spcBef>
              <a:spcAft>
                <a:spcPts val="0"/>
              </a:spcAft>
              <a:buNone/>
            </a:pPr>
            <a:r>
              <a:rPr b="1" i="0" lang="en" sz="800">
                <a:solidFill>
                  <a:srgbClr val="1F6FA8"/>
                </a:solidFill>
                <a:latin typeface="Arial"/>
                <a:ea typeface="Arial"/>
                <a:cs typeface="Arial"/>
                <a:sym typeface="Arial"/>
              </a:rPr>
              <a:t>Electricity</a:t>
            </a:r>
            <a:endParaRPr sz="1100"/>
          </a:p>
        </p:txBody>
      </p:sp>
      <p:sp>
        <p:nvSpPr>
          <p:cNvPr id="449" name="Google Shape;449;p32"/>
          <p:cNvSpPr txBox="1"/>
          <p:nvPr/>
        </p:nvSpPr>
        <p:spPr>
          <a:xfrm>
            <a:off x="7680992" y="2798064"/>
            <a:ext cx="973800" cy="384000"/>
          </a:xfrm>
          <a:prstGeom prst="rect">
            <a:avLst/>
          </a:prstGeom>
          <a:noFill/>
          <a:ln>
            <a:noFill/>
          </a:ln>
        </p:spPr>
        <p:txBody>
          <a:bodyPr anchorCtr="0" anchor="ctr" bIns="34275" lIns="34275" spcFirstLastPara="1" rIns="34275" wrap="square" tIns="34275">
            <a:noAutofit/>
          </a:bodyPr>
          <a:lstStyle/>
          <a:p>
            <a:pPr indent="0" lvl="0" marL="0" marR="0" rtl="0" algn="r">
              <a:lnSpc>
                <a:spcPct val="101666"/>
              </a:lnSpc>
              <a:spcBef>
                <a:spcPts val="0"/>
              </a:spcBef>
              <a:spcAft>
                <a:spcPts val="0"/>
              </a:spcAft>
              <a:buNone/>
            </a:pPr>
            <a:r>
              <a:rPr b="1" i="0" lang="en" sz="1000">
                <a:solidFill>
                  <a:srgbClr val="1F6FA8"/>
                </a:solidFill>
                <a:latin typeface="Arial"/>
                <a:ea typeface="Arial"/>
                <a:cs typeface="Arial"/>
                <a:sym typeface="Arial"/>
              </a:rPr>
              <a:t>56 kW</a:t>
            </a:r>
            <a:endParaRPr sz="1100"/>
          </a:p>
        </p:txBody>
      </p:sp>
      <p:sp>
        <p:nvSpPr>
          <p:cNvPr id="450" name="Google Shape;450;p32"/>
          <p:cNvSpPr/>
          <p:nvPr/>
        </p:nvSpPr>
        <p:spPr>
          <a:xfrm>
            <a:off x="4684033" y="3223260"/>
            <a:ext cx="4080600" cy="411600"/>
          </a:xfrm>
          <a:prstGeom prst="roundRect">
            <a:avLst>
              <a:gd fmla="val 10000" name="adj"/>
            </a:avLst>
          </a:prstGeom>
          <a:solidFill>
            <a:srgbClr val="F4F8FA"/>
          </a:solidFill>
          <a:ln cap="flat" cmpd="sng" w="7150">
            <a:solidFill>
              <a:srgbClr val="D5DEE3"/>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51" name="Google Shape;451;p32"/>
          <p:cNvSpPr/>
          <p:nvPr/>
        </p:nvSpPr>
        <p:spPr>
          <a:xfrm>
            <a:off x="4684033" y="3223260"/>
            <a:ext cx="2162700" cy="54900"/>
          </a:xfrm>
          <a:prstGeom prst="roundRect">
            <a:avLst>
              <a:gd fmla="val 37500" name="adj"/>
            </a:avLst>
          </a:prstGeom>
          <a:solidFill>
            <a:srgbClr val="B5342A"/>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52" name="Google Shape;452;p32"/>
          <p:cNvSpPr txBox="1"/>
          <p:nvPr/>
        </p:nvSpPr>
        <p:spPr>
          <a:xfrm>
            <a:off x="4773188" y="3250692"/>
            <a:ext cx="2331600" cy="384000"/>
          </a:xfrm>
          <a:prstGeom prst="rect">
            <a:avLst/>
          </a:prstGeom>
          <a:noFill/>
          <a:ln>
            <a:noFill/>
          </a:ln>
        </p:spPr>
        <p:txBody>
          <a:bodyPr anchorCtr="0" anchor="ctr" bIns="34275" lIns="34275" spcFirstLastPara="1" rIns="34275" wrap="square" tIns="34275">
            <a:noAutofit/>
          </a:bodyPr>
          <a:lstStyle/>
          <a:p>
            <a:pPr indent="0" lvl="0" marL="0" marR="0" rtl="0" algn="l">
              <a:lnSpc>
                <a:spcPct val="101666"/>
              </a:lnSpc>
              <a:spcBef>
                <a:spcPts val="0"/>
              </a:spcBef>
              <a:spcAft>
                <a:spcPts val="0"/>
              </a:spcAft>
              <a:buNone/>
            </a:pPr>
            <a:r>
              <a:rPr b="1" i="0" lang="en" sz="800">
                <a:solidFill>
                  <a:srgbClr val="B5342A"/>
                </a:solidFill>
                <a:latin typeface="Arial"/>
                <a:ea typeface="Arial"/>
                <a:cs typeface="Arial"/>
                <a:sym typeface="Arial"/>
              </a:rPr>
              <a:t>Heat</a:t>
            </a:r>
            <a:endParaRPr sz="1100"/>
          </a:p>
        </p:txBody>
      </p:sp>
      <p:sp>
        <p:nvSpPr>
          <p:cNvPr id="453" name="Google Shape;453;p32"/>
          <p:cNvSpPr txBox="1"/>
          <p:nvPr/>
        </p:nvSpPr>
        <p:spPr>
          <a:xfrm>
            <a:off x="7680992" y="3250692"/>
            <a:ext cx="973800" cy="384000"/>
          </a:xfrm>
          <a:prstGeom prst="rect">
            <a:avLst/>
          </a:prstGeom>
          <a:noFill/>
          <a:ln>
            <a:noFill/>
          </a:ln>
        </p:spPr>
        <p:txBody>
          <a:bodyPr anchorCtr="0" anchor="ctr" bIns="34275" lIns="34275" spcFirstLastPara="1" rIns="34275" wrap="square" tIns="34275">
            <a:noAutofit/>
          </a:bodyPr>
          <a:lstStyle/>
          <a:p>
            <a:pPr indent="0" lvl="0" marL="0" marR="0" rtl="0" algn="r">
              <a:lnSpc>
                <a:spcPct val="101666"/>
              </a:lnSpc>
              <a:spcBef>
                <a:spcPts val="0"/>
              </a:spcBef>
              <a:spcAft>
                <a:spcPts val="0"/>
              </a:spcAft>
              <a:buNone/>
            </a:pPr>
            <a:r>
              <a:rPr b="1" i="0" lang="en" sz="1000">
                <a:solidFill>
                  <a:srgbClr val="B5342A"/>
                </a:solidFill>
                <a:latin typeface="Arial"/>
                <a:ea typeface="Arial"/>
                <a:cs typeface="Arial"/>
                <a:sym typeface="Arial"/>
              </a:rPr>
              <a:t>63 kW</a:t>
            </a:r>
            <a:endParaRPr sz="1100"/>
          </a:p>
        </p:txBody>
      </p:sp>
      <p:sp>
        <p:nvSpPr>
          <p:cNvPr id="454" name="Google Shape;454;p32"/>
          <p:cNvSpPr/>
          <p:nvPr/>
        </p:nvSpPr>
        <p:spPr>
          <a:xfrm>
            <a:off x="4684033" y="3675888"/>
            <a:ext cx="4080600" cy="438900"/>
          </a:xfrm>
          <a:prstGeom prst="roundRect">
            <a:avLst>
              <a:gd fmla="val 9375" name="adj"/>
            </a:avLst>
          </a:prstGeom>
          <a:solidFill>
            <a:srgbClr val="FBEDEA"/>
          </a:solidFill>
          <a:ln cap="flat" cmpd="sng" w="7150">
            <a:solidFill>
              <a:srgbClr val="EFCFC8"/>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55" name="Google Shape;455;p32"/>
          <p:cNvSpPr txBox="1"/>
          <p:nvPr/>
        </p:nvSpPr>
        <p:spPr>
          <a:xfrm>
            <a:off x="4773188" y="3675888"/>
            <a:ext cx="3840600" cy="438900"/>
          </a:xfrm>
          <a:prstGeom prst="rect">
            <a:avLst/>
          </a:prstGeom>
          <a:noFill/>
          <a:ln>
            <a:noFill/>
          </a:ln>
        </p:spPr>
        <p:txBody>
          <a:bodyPr anchorCtr="0" anchor="ctr" bIns="34275" lIns="34275" spcFirstLastPara="1" rIns="34275" wrap="square" tIns="34275">
            <a:noAutofit/>
          </a:bodyPr>
          <a:lstStyle/>
          <a:p>
            <a:pPr indent="0" lvl="0" marL="0" marR="0" rtl="0" algn="l">
              <a:lnSpc>
                <a:spcPct val="101666"/>
              </a:lnSpc>
              <a:spcBef>
                <a:spcPts val="0"/>
              </a:spcBef>
              <a:spcAft>
                <a:spcPts val="0"/>
              </a:spcAft>
              <a:buNone/>
            </a:pPr>
            <a:r>
              <a:rPr b="1" i="0" lang="en" sz="800">
                <a:solidFill>
                  <a:srgbClr val="B5342A"/>
                </a:solidFill>
                <a:latin typeface="Arial"/>
                <a:ea typeface="Arial"/>
                <a:cs typeface="Arial"/>
                <a:sym typeface="Arial"/>
              </a:rPr>
              <a:t>More heat than electricity — and at only 60–80 °C</a:t>
            </a:r>
            <a:endParaRPr sz="1100"/>
          </a:p>
        </p:txBody>
      </p:sp>
      <p:sp>
        <p:nvSpPr>
          <p:cNvPr id="456" name="Google Shape;456;p32"/>
          <p:cNvSpPr txBox="1"/>
          <p:nvPr/>
        </p:nvSpPr>
        <p:spPr>
          <a:xfrm>
            <a:off x="342901" y="4251960"/>
            <a:ext cx="8389500" cy="1920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800">
                <a:solidFill>
                  <a:srgbClr val="5A6B75"/>
                </a:solidFill>
                <a:latin typeface="Arial"/>
                <a:ea typeface="Arial"/>
                <a:cs typeface="Arial"/>
                <a:sym typeface="Arial"/>
              </a:rPr>
              <a:t>No Carnot limit, but 1.23 / 1.48 = 83 % is still a hard ceiling, and the curve takes the rest. Figures are illustrative.</a:t>
            </a:r>
            <a:endParaRPr sz="1100"/>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1" name="Shape 461"/>
        <p:cNvGrpSpPr/>
        <p:nvPr/>
      </p:nvGrpSpPr>
      <p:grpSpPr>
        <a:xfrm>
          <a:off x="0" y="0"/>
          <a:ext cx="0" cy="0"/>
          <a:chOff x="0" y="0"/>
          <a:chExt cx="0" cy="0"/>
        </a:xfrm>
      </p:grpSpPr>
      <p:sp>
        <p:nvSpPr>
          <p:cNvPr id="462" name="Google Shape;462;p33"/>
          <p:cNvSpPr txBox="1"/>
          <p:nvPr/>
        </p:nvSpPr>
        <p:spPr>
          <a:xfrm>
            <a:off x="342901" y="274320"/>
            <a:ext cx="8389500" cy="1509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700">
                <a:solidFill>
                  <a:srgbClr val="C77A12"/>
                </a:solidFill>
                <a:latin typeface="Arial"/>
                <a:ea typeface="Arial"/>
                <a:cs typeface="Arial"/>
                <a:sym typeface="Arial"/>
              </a:rPr>
              <a:t>04 · THE SYSTEM</a:t>
            </a:r>
            <a:endParaRPr sz="1100"/>
          </a:p>
        </p:txBody>
      </p:sp>
      <p:sp>
        <p:nvSpPr>
          <p:cNvPr id="463" name="Google Shape;463;p33"/>
          <p:cNvSpPr txBox="1"/>
          <p:nvPr/>
        </p:nvSpPr>
        <p:spPr>
          <a:xfrm>
            <a:off x="342901" y="452628"/>
            <a:ext cx="8458200" cy="3708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2000">
                <a:solidFill>
                  <a:srgbClr val="14303F"/>
                </a:solidFill>
                <a:latin typeface="Arial"/>
                <a:ea typeface="Arial"/>
                <a:cs typeface="Arial"/>
                <a:sym typeface="Arial"/>
              </a:rPr>
              <a:t>A stack is not a system</a:t>
            </a:r>
            <a:endParaRPr sz="1100"/>
          </a:p>
        </p:txBody>
      </p:sp>
      <p:sp>
        <p:nvSpPr>
          <p:cNvPr id="464" name="Google Shape;464;p33"/>
          <p:cNvSpPr txBox="1"/>
          <p:nvPr/>
        </p:nvSpPr>
        <p:spPr>
          <a:xfrm>
            <a:off x="342901" y="795909"/>
            <a:ext cx="8458200" cy="2022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900">
                <a:solidFill>
                  <a:srgbClr val="5A6B75"/>
                </a:solidFill>
                <a:latin typeface="Arial"/>
                <a:ea typeface="Arial"/>
                <a:cs typeface="Arial"/>
                <a:sym typeface="Arial"/>
              </a:rPr>
              <a:t>Auxiliaries take a share of the power, the electronics condition the rest, and a controller supervises all of it.</a:t>
            </a:r>
            <a:endParaRPr sz="1100"/>
          </a:p>
        </p:txBody>
      </p:sp>
      <p:sp>
        <p:nvSpPr>
          <p:cNvPr id="465" name="Google Shape;465;p33"/>
          <p:cNvSpPr/>
          <p:nvPr/>
        </p:nvSpPr>
        <p:spPr>
          <a:xfrm>
            <a:off x="377192" y="1193292"/>
            <a:ext cx="1529400" cy="562200"/>
          </a:xfrm>
          <a:prstGeom prst="roundRect">
            <a:avLst>
              <a:gd fmla="val 7317" name="adj"/>
            </a:avLst>
          </a:prstGeom>
          <a:solidFill>
            <a:srgbClr val="FFFFFF"/>
          </a:solidFill>
          <a:ln cap="flat" cmpd="sng" w="14300">
            <a:solidFill>
              <a:srgbClr val="0E7C86"/>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66" name="Google Shape;466;p33"/>
          <p:cNvSpPr txBox="1"/>
          <p:nvPr/>
        </p:nvSpPr>
        <p:spPr>
          <a:xfrm>
            <a:off x="432056" y="1296543"/>
            <a:ext cx="1419600" cy="196500"/>
          </a:xfrm>
          <a:prstGeom prst="rect">
            <a:avLst/>
          </a:prstGeom>
          <a:noFill/>
          <a:ln>
            <a:noFill/>
          </a:ln>
        </p:spPr>
        <p:txBody>
          <a:bodyPr anchorCtr="0" anchor="t" bIns="34275" lIns="34275" spcFirstLastPara="1" rIns="34275" wrap="square" tIns="34275">
            <a:noAutofit/>
          </a:bodyPr>
          <a:lstStyle/>
          <a:p>
            <a:pPr indent="0" lvl="0" marL="0" marR="0" rtl="0" algn="ctr">
              <a:lnSpc>
                <a:spcPct val="101666"/>
              </a:lnSpc>
              <a:spcBef>
                <a:spcPts val="0"/>
              </a:spcBef>
              <a:spcAft>
                <a:spcPts val="0"/>
              </a:spcAft>
              <a:buNone/>
            </a:pPr>
            <a:r>
              <a:rPr b="1" i="0" lang="en" sz="800">
                <a:solidFill>
                  <a:srgbClr val="0E7C86"/>
                </a:solidFill>
                <a:latin typeface="Arial"/>
                <a:ea typeface="Arial"/>
                <a:cs typeface="Arial"/>
                <a:sym typeface="Arial"/>
              </a:rPr>
              <a:t>PEMFC stack</a:t>
            </a:r>
            <a:endParaRPr sz="1100"/>
          </a:p>
        </p:txBody>
      </p:sp>
      <p:sp>
        <p:nvSpPr>
          <p:cNvPr id="467" name="Google Shape;467;p33"/>
          <p:cNvSpPr txBox="1"/>
          <p:nvPr/>
        </p:nvSpPr>
        <p:spPr>
          <a:xfrm>
            <a:off x="432056" y="1479233"/>
            <a:ext cx="1419600" cy="173400"/>
          </a:xfrm>
          <a:prstGeom prst="rect">
            <a:avLst/>
          </a:prstGeom>
          <a:noFill/>
          <a:ln>
            <a:noFill/>
          </a:ln>
        </p:spPr>
        <p:txBody>
          <a:bodyPr anchorCtr="0" anchor="t" bIns="34275" lIns="34275" spcFirstLastPara="1" rIns="34275" wrap="square" tIns="34275">
            <a:noAutofit/>
          </a:bodyPr>
          <a:lstStyle/>
          <a:p>
            <a:pPr indent="0" lvl="0" marL="0" marR="0" rtl="0" algn="ctr">
              <a:lnSpc>
                <a:spcPct val="101666"/>
              </a:lnSpc>
              <a:spcBef>
                <a:spcPts val="0"/>
              </a:spcBef>
              <a:spcAft>
                <a:spcPts val="0"/>
              </a:spcAft>
              <a:buNone/>
            </a:pPr>
            <a:r>
              <a:rPr b="0" i="0" lang="en" sz="700">
                <a:solidFill>
                  <a:srgbClr val="5A6B75"/>
                </a:solidFill>
                <a:latin typeface="Arial"/>
                <a:ea typeface="Arial"/>
                <a:cs typeface="Arial"/>
                <a:sym typeface="Arial"/>
              </a:rPr>
              <a:t>variable DC</a:t>
            </a:r>
            <a:endParaRPr sz="1100"/>
          </a:p>
        </p:txBody>
      </p:sp>
      <p:cxnSp>
        <p:nvCxnSpPr>
          <p:cNvPr id="468" name="Google Shape;468;p33"/>
          <p:cNvCxnSpPr/>
          <p:nvPr/>
        </p:nvCxnSpPr>
        <p:spPr>
          <a:xfrm>
            <a:off x="1933964" y="1474470"/>
            <a:ext cx="130200" cy="0"/>
          </a:xfrm>
          <a:prstGeom prst="straightConnector1">
            <a:avLst/>
          </a:prstGeom>
          <a:noFill/>
          <a:ln cap="flat" cmpd="sng" w="14300">
            <a:solidFill>
              <a:srgbClr val="8A99A5"/>
            </a:solidFill>
            <a:prstDash val="solid"/>
            <a:round/>
            <a:headEnd len="sm" w="sm" type="none"/>
            <a:tailEnd len="med" w="med" type="triangle"/>
          </a:ln>
          <a:effectLst>
            <a:outerShdw blurRad="30000" rotWithShape="0" dir="5400000" dist="15000">
              <a:srgbClr val="000000">
                <a:alpha val="38040"/>
              </a:srgbClr>
            </a:outerShdw>
          </a:effectLst>
        </p:spPr>
      </p:cxnSp>
      <p:sp>
        <p:nvSpPr>
          <p:cNvPr id="469" name="Google Shape;469;p33"/>
          <p:cNvSpPr/>
          <p:nvPr/>
        </p:nvSpPr>
        <p:spPr>
          <a:xfrm>
            <a:off x="2091699" y="1193292"/>
            <a:ext cx="1529400" cy="562200"/>
          </a:xfrm>
          <a:prstGeom prst="roundRect">
            <a:avLst>
              <a:gd fmla="val 7317" name="adj"/>
            </a:avLst>
          </a:prstGeom>
          <a:solidFill>
            <a:srgbClr val="FFFFFF"/>
          </a:solidFill>
          <a:ln cap="flat" cmpd="sng" w="14300">
            <a:solidFill>
              <a:srgbClr val="1F6FA8"/>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70" name="Google Shape;470;p33"/>
          <p:cNvSpPr txBox="1"/>
          <p:nvPr/>
        </p:nvSpPr>
        <p:spPr>
          <a:xfrm>
            <a:off x="2146563" y="1296543"/>
            <a:ext cx="1419600" cy="196500"/>
          </a:xfrm>
          <a:prstGeom prst="rect">
            <a:avLst/>
          </a:prstGeom>
          <a:noFill/>
          <a:ln>
            <a:noFill/>
          </a:ln>
        </p:spPr>
        <p:txBody>
          <a:bodyPr anchorCtr="0" anchor="t" bIns="34275" lIns="34275" spcFirstLastPara="1" rIns="34275" wrap="square" tIns="34275">
            <a:noAutofit/>
          </a:bodyPr>
          <a:lstStyle/>
          <a:p>
            <a:pPr indent="0" lvl="0" marL="0" marR="0" rtl="0" algn="ctr">
              <a:lnSpc>
                <a:spcPct val="101666"/>
              </a:lnSpc>
              <a:spcBef>
                <a:spcPts val="0"/>
              </a:spcBef>
              <a:spcAft>
                <a:spcPts val="0"/>
              </a:spcAft>
              <a:buNone/>
            </a:pPr>
            <a:r>
              <a:rPr b="1" i="0" lang="en" sz="800">
                <a:solidFill>
                  <a:srgbClr val="1F6FA8"/>
                </a:solidFill>
                <a:latin typeface="Arial"/>
                <a:ea typeface="Arial"/>
                <a:cs typeface="Arial"/>
                <a:sym typeface="Arial"/>
              </a:rPr>
              <a:t>DC-DC</a:t>
            </a:r>
            <a:endParaRPr sz="1100"/>
          </a:p>
        </p:txBody>
      </p:sp>
      <p:sp>
        <p:nvSpPr>
          <p:cNvPr id="471" name="Google Shape;471;p33"/>
          <p:cNvSpPr txBox="1"/>
          <p:nvPr/>
        </p:nvSpPr>
        <p:spPr>
          <a:xfrm>
            <a:off x="2146563" y="1479233"/>
            <a:ext cx="1419600" cy="173400"/>
          </a:xfrm>
          <a:prstGeom prst="rect">
            <a:avLst/>
          </a:prstGeom>
          <a:noFill/>
          <a:ln>
            <a:noFill/>
          </a:ln>
        </p:spPr>
        <p:txBody>
          <a:bodyPr anchorCtr="0" anchor="t" bIns="34275" lIns="34275" spcFirstLastPara="1" rIns="34275" wrap="square" tIns="34275">
            <a:noAutofit/>
          </a:bodyPr>
          <a:lstStyle/>
          <a:p>
            <a:pPr indent="0" lvl="0" marL="0" marR="0" rtl="0" algn="ctr">
              <a:lnSpc>
                <a:spcPct val="101666"/>
              </a:lnSpc>
              <a:spcBef>
                <a:spcPts val="0"/>
              </a:spcBef>
              <a:spcAft>
                <a:spcPts val="0"/>
              </a:spcAft>
              <a:buNone/>
            </a:pPr>
            <a:r>
              <a:rPr b="0" i="0" lang="en" sz="700">
                <a:solidFill>
                  <a:srgbClr val="5A6B75"/>
                </a:solidFill>
                <a:latin typeface="Arial"/>
                <a:ea typeface="Arial"/>
                <a:cs typeface="Arial"/>
                <a:sym typeface="Arial"/>
              </a:rPr>
              <a:t>regulated</a:t>
            </a:r>
            <a:endParaRPr sz="1100"/>
          </a:p>
        </p:txBody>
      </p:sp>
      <p:cxnSp>
        <p:nvCxnSpPr>
          <p:cNvPr id="472" name="Google Shape;472;p33"/>
          <p:cNvCxnSpPr/>
          <p:nvPr/>
        </p:nvCxnSpPr>
        <p:spPr>
          <a:xfrm>
            <a:off x="3648470" y="1474470"/>
            <a:ext cx="130200" cy="0"/>
          </a:xfrm>
          <a:prstGeom prst="straightConnector1">
            <a:avLst/>
          </a:prstGeom>
          <a:noFill/>
          <a:ln cap="flat" cmpd="sng" w="14300">
            <a:solidFill>
              <a:srgbClr val="8A99A5"/>
            </a:solidFill>
            <a:prstDash val="solid"/>
            <a:round/>
            <a:headEnd len="sm" w="sm" type="none"/>
            <a:tailEnd len="med" w="med" type="triangle"/>
          </a:ln>
          <a:effectLst>
            <a:outerShdw blurRad="30000" rotWithShape="0" dir="5400000" dist="15000">
              <a:srgbClr val="000000">
                <a:alpha val="38040"/>
              </a:srgbClr>
            </a:outerShdw>
          </a:effectLst>
        </p:spPr>
      </p:cxnSp>
      <p:sp>
        <p:nvSpPr>
          <p:cNvPr id="473" name="Google Shape;473;p33"/>
          <p:cNvSpPr/>
          <p:nvPr/>
        </p:nvSpPr>
        <p:spPr>
          <a:xfrm>
            <a:off x="3806206" y="1193292"/>
            <a:ext cx="1529400" cy="562200"/>
          </a:xfrm>
          <a:prstGeom prst="roundRect">
            <a:avLst>
              <a:gd fmla="val 7317" name="adj"/>
            </a:avLst>
          </a:prstGeom>
          <a:solidFill>
            <a:srgbClr val="FFFFFF"/>
          </a:solidFill>
          <a:ln cap="flat" cmpd="sng" w="14300">
            <a:solidFill>
              <a:srgbClr val="2E7D5B"/>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74" name="Google Shape;474;p33"/>
          <p:cNvSpPr txBox="1"/>
          <p:nvPr/>
        </p:nvSpPr>
        <p:spPr>
          <a:xfrm>
            <a:off x="3861070" y="1296543"/>
            <a:ext cx="1419600" cy="196500"/>
          </a:xfrm>
          <a:prstGeom prst="rect">
            <a:avLst/>
          </a:prstGeom>
          <a:noFill/>
          <a:ln>
            <a:noFill/>
          </a:ln>
        </p:spPr>
        <p:txBody>
          <a:bodyPr anchorCtr="0" anchor="t" bIns="34275" lIns="34275" spcFirstLastPara="1" rIns="34275" wrap="square" tIns="34275">
            <a:noAutofit/>
          </a:bodyPr>
          <a:lstStyle/>
          <a:p>
            <a:pPr indent="0" lvl="0" marL="0" marR="0" rtl="0" algn="ctr">
              <a:lnSpc>
                <a:spcPct val="101666"/>
              </a:lnSpc>
              <a:spcBef>
                <a:spcPts val="0"/>
              </a:spcBef>
              <a:spcAft>
                <a:spcPts val="0"/>
              </a:spcAft>
              <a:buNone/>
            </a:pPr>
            <a:r>
              <a:rPr b="1" i="0" lang="en" sz="800">
                <a:solidFill>
                  <a:srgbClr val="2E7D5B"/>
                </a:solidFill>
                <a:latin typeface="Arial"/>
                <a:ea typeface="Arial"/>
                <a:cs typeface="Arial"/>
                <a:sym typeface="Arial"/>
              </a:rPr>
              <a:t>Battery</a:t>
            </a:r>
            <a:endParaRPr sz="1100"/>
          </a:p>
        </p:txBody>
      </p:sp>
      <p:sp>
        <p:nvSpPr>
          <p:cNvPr id="475" name="Google Shape;475;p33"/>
          <p:cNvSpPr txBox="1"/>
          <p:nvPr/>
        </p:nvSpPr>
        <p:spPr>
          <a:xfrm>
            <a:off x="3861070" y="1479233"/>
            <a:ext cx="1419600" cy="173400"/>
          </a:xfrm>
          <a:prstGeom prst="rect">
            <a:avLst/>
          </a:prstGeom>
          <a:noFill/>
          <a:ln>
            <a:noFill/>
          </a:ln>
        </p:spPr>
        <p:txBody>
          <a:bodyPr anchorCtr="0" anchor="t" bIns="34275" lIns="34275" spcFirstLastPara="1" rIns="34275" wrap="square" tIns="34275">
            <a:noAutofit/>
          </a:bodyPr>
          <a:lstStyle/>
          <a:p>
            <a:pPr indent="0" lvl="0" marL="0" marR="0" rtl="0" algn="ctr">
              <a:lnSpc>
                <a:spcPct val="101666"/>
              </a:lnSpc>
              <a:spcBef>
                <a:spcPts val="0"/>
              </a:spcBef>
              <a:spcAft>
                <a:spcPts val="0"/>
              </a:spcAft>
              <a:buNone/>
            </a:pPr>
            <a:r>
              <a:rPr b="0" i="0" lang="en" sz="700">
                <a:solidFill>
                  <a:srgbClr val="5A6B75"/>
                </a:solidFill>
                <a:latin typeface="Arial"/>
                <a:ea typeface="Arial"/>
                <a:cs typeface="Arial"/>
                <a:sym typeface="Arial"/>
              </a:rPr>
              <a:t>transients</a:t>
            </a:r>
            <a:endParaRPr sz="1100"/>
          </a:p>
        </p:txBody>
      </p:sp>
      <p:cxnSp>
        <p:nvCxnSpPr>
          <p:cNvPr id="476" name="Google Shape;476;p33"/>
          <p:cNvCxnSpPr/>
          <p:nvPr/>
        </p:nvCxnSpPr>
        <p:spPr>
          <a:xfrm>
            <a:off x="5362977" y="1474470"/>
            <a:ext cx="130200" cy="0"/>
          </a:xfrm>
          <a:prstGeom prst="straightConnector1">
            <a:avLst/>
          </a:prstGeom>
          <a:noFill/>
          <a:ln cap="flat" cmpd="sng" w="14300">
            <a:solidFill>
              <a:srgbClr val="8A99A5"/>
            </a:solidFill>
            <a:prstDash val="solid"/>
            <a:round/>
            <a:headEnd len="sm" w="sm" type="none"/>
            <a:tailEnd len="med" w="med" type="triangle"/>
          </a:ln>
          <a:effectLst>
            <a:outerShdw blurRad="30000" rotWithShape="0" dir="5400000" dist="15000">
              <a:srgbClr val="000000">
                <a:alpha val="38040"/>
              </a:srgbClr>
            </a:outerShdw>
          </a:effectLst>
        </p:spPr>
      </p:cxnSp>
      <p:sp>
        <p:nvSpPr>
          <p:cNvPr id="477" name="Google Shape;477;p33"/>
          <p:cNvSpPr/>
          <p:nvPr/>
        </p:nvSpPr>
        <p:spPr>
          <a:xfrm>
            <a:off x="5520713" y="1193292"/>
            <a:ext cx="1529400" cy="562200"/>
          </a:xfrm>
          <a:prstGeom prst="roundRect">
            <a:avLst>
              <a:gd fmla="val 7317" name="adj"/>
            </a:avLst>
          </a:prstGeom>
          <a:solidFill>
            <a:srgbClr val="FFFFFF"/>
          </a:solidFill>
          <a:ln cap="flat" cmpd="sng" w="14300">
            <a:solidFill>
              <a:srgbClr val="1F6FA8"/>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78" name="Google Shape;478;p33"/>
          <p:cNvSpPr txBox="1"/>
          <p:nvPr/>
        </p:nvSpPr>
        <p:spPr>
          <a:xfrm>
            <a:off x="5575577" y="1296543"/>
            <a:ext cx="1419600" cy="196500"/>
          </a:xfrm>
          <a:prstGeom prst="rect">
            <a:avLst/>
          </a:prstGeom>
          <a:noFill/>
          <a:ln>
            <a:noFill/>
          </a:ln>
        </p:spPr>
        <p:txBody>
          <a:bodyPr anchorCtr="0" anchor="t" bIns="34275" lIns="34275" spcFirstLastPara="1" rIns="34275" wrap="square" tIns="34275">
            <a:noAutofit/>
          </a:bodyPr>
          <a:lstStyle/>
          <a:p>
            <a:pPr indent="0" lvl="0" marL="0" marR="0" rtl="0" algn="ctr">
              <a:lnSpc>
                <a:spcPct val="101666"/>
              </a:lnSpc>
              <a:spcBef>
                <a:spcPts val="0"/>
              </a:spcBef>
              <a:spcAft>
                <a:spcPts val="0"/>
              </a:spcAft>
              <a:buNone/>
            </a:pPr>
            <a:r>
              <a:rPr b="1" i="0" lang="en" sz="800">
                <a:solidFill>
                  <a:srgbClr val="1F6FA8"/>
                </a:solidFill>
                <a:latin typeface="Arial"/>
                <a:ea typeface="Arial"/>
                <a:cs typeface="Arial"/>
                <a:sym typeface="Arial"/>
              </a:rPr>
              <a:t>Inverter</a:t>
            </a:r>
            <a:endParaRPr sz="1100"/>
          </a:p>
        </p:txBody>
      </p:sp>
      <p:sp>
        <p:nvSpPr>
          <p:cNvPr id="479" name="Google Shape;479;p33"/>
          <p:cNvSpPr txBox="1"/>
          <p:nvPr/>
        </p:nvSpPr>
        <p:spPr>
          <a:xfrm>
            <a:off x="5575577" y="1479233"/>
            <a:ext cx="1419600" cy="173400"/>
          </a:xfrm>
          <a:prstGeom prst="rect">
            <a:avLst/>
          </a:prstGeom>
          <a:noFill/>
          <a:ln>
            <a:noFill/>
          </a:ln>
        </p:spPr>
        <p:txBody>
          <a:bodyPr anchorCtr="0" anchor="t" bIns="34275" lIns="34275" spcFirstLastPara="1" rIns="34275" wrap="square" tIns="34275">
            <a:noAutofit/>
          </a:bodyPr>
          <a:lstStyle/>
          <a:p>
            <a:pPr indent="0" lvl="0" marL="0" marR="0" rtl="0" algn="ctr">
              <a:lnSpc>
                <a:spcPct val="101666"/>
              </a:lnSpc>
              <a:spcBef>
                <a:spcPts val="0"/>
              </a:spcBef>
              <a:spcAft>
                <a:spcPts val="0"/>
              </a:spcAft>
              <a:buNone/>
            </a:pPr>
            <a:r>
              <a:rPr b="0" i="0" lang="en" sz="700">
                <a:solidFill>
                  <a:srgbClr val="5A6B75"/>
                </a:solidFill>
                <a:latin typeface="Arial"/>
                <a:ea typeface="Arial"/>
                <a:cs typeface="Arial"/>
                <a:sym typeface="Arial"/>
              </a:rPr>
              <a:t>DC → AC</a:t>
            </a:r>
            <a:endParaRPr sz="1100"/>
          </a:p>
        </p:txBody>
      </p:sp>
      <p:cxnSp>
        <p:nvCxnSpPr>
          <p:cNvPr id="480" name="Google Shape;480;p33"/>
          <p:cNvCxnSpPr/>
          <p:nvPr/>
        </p:nvCxnSpPr>
        <p:spPr>
          <a:xfrm>
            <a:off x="7077485" y="1474470"/>
            <a:ext cx="130200" cy="0"/>
          </a:xfrm>
          <a:prstGeom prst="straightConnector1">
            <a:avLst/>
          </a:prstGeom>
          <a:noFill/>
          <a:ln cap="flat" cmpd="sng" w="14300">
            <a:solidFill>
              <a:srgbClr val="8A99A5"/>
            </a:solidFill>
            <a:prstDash val="solid"/>
            <a:round/>
            <a:headEnd len="sm" w="sm" type="none"/>
            <a:tailEnd len="med" w="med" type="triangle"/>
          </a:ln>
          <a:effectLst>
            <a:outerShdw blurRad="30000" rotWithShape="0" dir="5400000" dist="15000">
              <a:srgbClr val="000000">
                <a:alpha val="38040"/>
              </a:srgbClr>
            </a:outerShdw>
          </a:effectLst>
        </p:spPr>
      </p:cxnSp>
      <p:sp>
        <p:nvSpPr>
          <p:cNvPr id="481" name="Google Shape;481;p33"/>
          <p:cNvSpPr/>
          <p:nvPr/>
        </p:nvSpPr>
        <p:spPr>
          <a:xfrm>
            <a:off x="7235220" y="1193292"/>
            <a:ext cx="1529400" cy="562200"/>
          </a:xfrm>
          <a:prstGeom prst="roundRect">
            <a:avLst>
              <a:gd fmla="val 7317" name="adj"/>
            </a:avLst>
          </a:prstGeom>
          <a:solidFill>
            <a:srgbClr val="FFFFFF"/>
          </a:solidFill>
          <a:ln cap="flat" cmpd="sng" w="14300">
            <a:solidFill>
              <a:srgbClr val="14303F"/>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82" name="Google Shape;482;p33"/>
          <p:cNvSpPr txBox="1"/>
          <p:nvPr/>
        </p:nvSpPr>
        <p:spPr>
          <a:xfrm>
            <a:off x="7290084" y="1296543"/>
            <a:ext cx="1419600" cy="196500"/>
          </a:xfrm>
          <a:prstGeom prst="rect">
            <a:avLst/>
          </a:prstGeom>
          <a:noFill/>
          <a:ln>
            <a:noFill/>
          </a:ln>
        </p:spPr>
        <p:txBody>
          <a:bodyPr anchorCtr="0" anchor="t" bIns="34275" lIns="34275" spcFirstLastPara="1" rIns="34275" wrap="square" tIns="34275">
            <a:noAutofit/>
          </a:bodyPr>
          <a:lstStyle/>
          <a:p>
            <a:pPr indent="0" lvl="0" marL="0" marR="0" rtl="0" algn="ctr">
              <a:lnSpc>
                <a:spcPct val="101666"/>
              </a:lnSpc>
              <a:spcBef>
                <a:spcPts val="0"/>
              </a:spcBef>
              <a:spcAft>
                <a:spcPts val="0"/>
              </a:spcAft>
              <a:buNone/>
            </a:pPr>
            <a:r>
              <a:rPr b="1" i="0" lang="en" sz="800">
                <a:solidFill>
                  <a:srgbClr val="14303F"/>
                </a:solidFill>
                <a:latin typeface="Arial"/>
                <a:ea typeface="Arial"/>
                <a:cs typeface="Arial"/>
                <a:sym typeface="Arial"/>
              </a:rPr>
              <a:t>Motor / load</a:t>
            </a:r>
            <a:endParaRPr sz="1100"/>
          </a:p>
        </p:txBody>
      </p:sp>
      <p:sp>
        <p:nvSpPr>
          <p:cNvPr id="483" name="Google Shape;483;p33"/>
          <p:cNvSpPr txBox="1"/>
          <p:nvPr/>
        </p:nvSpPr>
        <p:spPr>
          <a:xfrm>
            <a:off x="7290084" y="1479233"/>
            <a:ext cx="1419600" cy="173400"/>
          </a:xfrm>
          <a:prstGeom prst="rect">
            <a:avLst/>
          </a:prstGeom>
          <a:noFill/>
          <a:ln>
            <a:noFill/>
          </a:ln>
        </p:spPr>
        <p:txBody>
          <a:bodyPr anchorCtr="0" anchor="t" bIns="34275" lIns="34275" spcFirstLastPara="1" rIns="34275" wrap="square" tIns="34275">
            <a:noAutofit/>
          </a:bodyPr>
          <a:lstStyle/>
          <a:p>
            <a:pPr indent="0" lvl="0" marL="0" marR="0" rtl="0" algn="ctr">
              <a:lnSpc>
                <a:spcPct val="101666"/>
              </a:lnSpc>
              <a:spcBef>
                <a:spcPts val="0"/>
              </a:spcBef>
              <a:spcAft>
                <a:spcPts val="0"/>
              </a:spcAft>
              <a:buNone/>
            </a:pPr>
            <a:r>
              <a:rPr b="0" i="0" lang="en" sz="700">
                <a:solidFill>
                  <a:srgbClr val="5A6B75"/>
                </a:solidFill>
                <a:latin typeface="Arial"/>
                <a:ea typeface="Arial"/>
                <a:cs typeface="Arial"/>
                <a:sym typeface="Arial"/>
              </a:rPr>
              <a:t>useful output</a:t>
            </a:r>
            <a:endParaRPr sz="1100"/>
          </a:p>
        </p:txBody>
      </p:sp>
      <p:sp>
        <p:nvSpPr>
          <p:cNvPr id="484" name="Google Shape;484;p33"/>
          <p:cNvSpPr/>
          <p:nvPr/>
        </p:nvSpPr>
        <p:spPr>
          <a:xfrm>
            <a:off x="377192" y="1933956"/>
            <a:ext cx="4389000" cy="932700"/>
          </a:xfrm>
          <a:prstGeom prst="roundRect">
            <a:avLst>
              <a:gd fmla="val 5147" name="adj"/>
            </a:avLst>
          </a:prstGeom>
          <a:solidFill>
            <a:srgbClr val="FBEDEA"/>
          </a:solidFill>
          <a:ln cap="flat" cmpd="sng" w="7150">
            <a:solidFill>
              <a:srgbClr val="EFCFC8"/>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85" name="Google Shape;485;p33"/>
          <p:cNvSpPr txBox="1"/>
          <p:nvPr/>
        </p:nvSpPr>
        <p:spPr>
          <a:xfrm>
            <a:off x="493778" y="2002536"/>
            <a:ext cx="4114800" cy="1647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700">
                <a:solidFill>
                  <a:srgbClr val="B5342A"/>
                </a:solidFill>
                <a:latin typeface="Arial"/>
                <a:ea typeface="Arial"/>
                <a:cs typeface="Arial"/>
                <a:sym typeface="Arial"/>
              </a:rPr>
              <a:t>THE STACK FEEDS THESE FIRST</a:t>
            </a:r>
            <a:endParaRPr sz="1100"/>
          </a:p>
        </p:txBody>
      </p:sp>
      <p:sp>
        <p:nvSpPr>
          <p:cNvPr id="486" name="Google Shape;486;p33"/>
          <p:cNvSpPr/>
          <p:nvPr/>
        </p:nvSpPr>
        <p:spPr>
          <a:xfrm>
            <a:off x="528068" y="2208276"/>
            <a:ext cx="776400" cy="246900"/>
          </a:xfrm>
          <a:prstGeom prst="roundRect">
            <a:avLst>
              <a:gd fmla="val 13888" name="adj"/>
            </a:avLst>
          </a:prstGeom>
          <a:solidFill>
            <a:srgbClr val="FFFFFF"/>
          </a:solidFill>
          <a:ln cap="flat" cmpd="sng" w="7150">
            <a:solidFill>
              <a:srgbClr val="EFCFC8"/>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87" name="Google Shape;487;p33"/>
          <p:cNvSpPr txBox="1"/>
          <p:nvPr/>
        </p:nvSpPr>
        <p:spPr>
          <a:xfrm>
            <a:off x="555500" y="2208276"/>
            <a:ext cx="721500" cy="246900"/>
          </a:xfrm>
          <a:prstGeom prst="rect">
            <a:avLst/>
          </a:prstGeom>
          <a:noFill/>
          <a:ln>
            <a:noFill/>
          </a:ln>
        </p:spPr>
        <p:txBody>
          <a:bodyPr anchorCtr="0" anchor="ctr" bIns="34275" lIns="34275" spcFirstLastPara="1" rIns="34275" wrap="square" tIns="34275">
            <a:noAutofit/>
          </a:bodyPr>
          <a:lstStyle/>
          <a:p>
            <a:pPr indent="0" lvl="0" marL="0" marR="0" rtl="0" algn="ctr">
              <a:lnSpc>
                <a:spcPct val="101666"/>
              </a:lnSpc>
              <a:spcBef>
                <a:spcPts val="0"/>
              </a:spcBef>
              <a:spcAft>
                <a:spcPts val="0"/>
              </a:spcAft>
              <a:buNone/>
            </a:pPr>
            <a:r>
              <a:rPr b="0" i="0" lang="en" sz="700">
                <a:solidFill>
                  <a:srgbClr val="14303F"/>
                </a:solidFill>
                <a:latin typeface="Arial"/>
                <a:ea typeface="Arial"/>
                <a:cs typeface="Arial"/>
                <a:sym typeface="Arial"/>
              </a:rPr>
              <a:t>Air compressor</a:t>
            </a:r>
            <a:endParaRPr sz="1100"/>
          </a:p>
        </p:txBody>
      </p:sp>
      <p:sp>
        <p:nvSpPr>
          <p:cNvPr id="488" name="Google Shape;488;p33"/>
          <p:cNvSpPr/>
          <p:nvPr/>
        </p:nvSpPr>
        <p:spPr>
          <a:xfrm>
            <a:off x="1400252" y="2208276"/>
            <a:ext cx="952800" cy="246900"/>
          </a:xfrm>
          <a:prstGeom prst="roundRect">
            <a:avLst>
              <a:gd fmla="val 13888" name="adj"/>
            </a:avLst>
          </a:prstGeom>
          <a:solidFill>
            <a:srgbClr val="FFFFFF"/>
          </a:solidFill>
          <a:ln cap="flat" cmpd="sng" w="7150">
            <a:solidFill>
              <a:srgbClr val="EFCFC8"/>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89" name="Google Shape;489;p33"/>
          <p:cNvSpPr txBox="1"/>
          <p:nvPr/>
        </p:nvSpPr>
        <p:spPr>
          <a:xfrm>
            <a:off x="1427684" y="2208276"/>
            <a:ext cx="897900" cy="246900"/>
          </a:xfrm>
          <a:prstGeom prst="rect">
            <a:avLst/>
          </a:prstGeom>
          <a:noFill/>
          <a:ln>
            <a:noFill/>
          </a:ln>
        </p:spPr>
        <p:txBody>
          <a:bodyPr anchorCtr="0" anchor="ctr" bIns="34275" lIns="34275" spcFirstLastPara="1" rIns="34275" wrap="square" tIns="34275">
            <a:noAutofit/>
          </a:bodyPr>
          <a:lstStyle/>
          <a:p>
            <a:pPr indent="0" lvl="0" marL="0" marR="0" rtl="0" algn="ctr">
              <a:lnSpc>
                <a:spcPct val="101666"/>
              </a:lnSpc>
              <a:spcBef>
                <a:spcPts val="0"/>
              </a:spcBef>
              <a:spcAft>
                <a:spcPts val="0"/>
              </a:spcAft>
              <a:buNone/>
            </a:pPr>
            <a:r>
              <a:rPr b="0" i="0" lang="en" sz="700">
                <a:solidFill>
                  <a:srgbClr val="14303F"/>
                </a:solidFill>
                <a:latin typeface="Arial"/>
                <a:ea typeface="Arial"/>
                <a:cs typeface="Arial"/>
                <a:sym typeface="Arial"/>
              </a:rPr>
              <a:t>Coolant pump + fan</a:t>
            </a:r>
            <a:endParaRPr sz="1100"/>
          </a:p>
        </p:txBody>
      </p:sp>
      <p:sp>
        <p:nvSpPr>
          <p:cNvPr id="490" name="Google Shape;490;p33"/>
          <p:cNvSpPr/>
          <p:nvPr/>
        </p:nvSpPr>
        <p:spPr>
          <a:xfrm>
            <a:off x="2449066" y="2208276"/>
            <a:ext cx="737700" cy="246900"/>
          </a:xfrm>
          <a:prstGeom prst="roundRect">
            <a:avLst>
              <a:gd fmla="val 13888" name="adj"/>
            </a:avLst>
          </a:prstGeom>
          <a:solidFill>
            <a:srgbClr val="FFFFFF"/>
          </a:solidFill>
          <a:ln cap="flat" cmpd="sng" w="7150">
            <a:solidFill>
              <a:srgbClr val="EFCFC8"/>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91" name="Google Shape;491;p33"/>
          <p:cNvSpPr txBox="1"/>
          <p:nvPr/>
        </p:nvSpPr>
        <p:spPr>
          <a:xfrm>
            <a:off x="2476498" y="2208276"/>
            <a:ext cx="682800" cy="246900"/>
          </a:xfrm>
          <a:prstGeom prst="rect">
            <a:avLst/>
          </a:prstGeom>
          <a:noFill/>
          <a:ln>
            <a:noFill/>
          </a:ln>
        </p:spPr>
        <p:txBody>
          <a:bodyPr anchorCtr="0" anchor="ctr" bIns="34275" lIns="34275" spcFirstLastPara="1" rIns="34275" wrap="square" tIns="34275">
            <a:noAutofit/>
          </a:bodyPr>
          <a:lstStyle/>
          <a:p>
            <a:pPr indent="0" lvl="0" marL="0" marR="0" rtl="0" algn="ctr">
              <a:lnSpc>
                <a:spcPct val="101666"/>
              </a:lnSpc>
              <a:spcBef>
                <a:spcPts val="0"/>
              </a:spcBef>
              <a:spcAft>
                <a:spcPts val="0"/>
              </a:spcAft>
              <a:buNone/>
            </a:pPr>
            <a:r>
              <a:rPr b="0" i="0" lang="en" sz="700">
                <a:solidFill>
                  <a:srgbClr val="14303F"/>
                </a:solidFill>
                <a:latin typeface="Arial"/>
                <a:ea typeface="Arial"/>
                <a:cs typeface="Arial"/>
                <a:sym typeface="Arial"/>
              </a:rPr>
              <a:t>Humidification</a:t>
            </a:r>
            <a:endParaRPr sz="1100"/>
          </a:p>
        </p:txBody>
      </p:sp>
      <p:sp>
        <p:nvSpPr>
          <p:cNvPr id="492" name="Google Shape;492;p33"/>
          <p:cNvSpPr txBox="1"/>
          <p:nvPr/>
        </p:nvSpPr>
        <p:spPr>
          <a:xfrm>
            <a:off x="493778" y="2537460"/>
            <a:ext cx="4114800" cy="2058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lang="en" sz="800">
                <a:solidFill>
                  <a:srgbClr val="5A6B75"/>
                </a:solidFill>
              </a:rPr>
              <a:t>The thermal design is sized by the heat, not by the electricity.</a:t>
            </a:r>
            <a:endParaRPr sz="800"/>
          </a:p>
        </p:txBody>
      </p:sp>
      <p:sp>
        <p:nvSpPr>
          <p:cNvPr id="493" name="Google Shape;493;p33"/>
          <p:cNvSpPr/>
          <p:nvPr/>
        </p:nvSpPr>
        <p:spPr>
          <a:xfrm>
            <a:off x="4834910" y="1933956"/>
            <a:ext cx="3929700" cy="932700"/>
          </a:xfrm>
          <a:prstGeom prst="roundRect">
            <a:avLst>
              <a:gd fmla="val 5147" name="adj"/>
            </a:avLst>
          </a:prstGeom>
          <a:solidFill>
            <a:srgbClr val="14303F"/>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94" name="Google Shape;494;p33"/>
          <p:cNvSpPr txBox="1"/>
          <p:nvPr/>
        </p:nvSpPr>
        <p:spPr>
          <a:xfrm>
            <a:off x="4951496" y="2002536"/>
            <a:ext cx="3634800" cy="1647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700">
                <a:solidFill>
                  <a:srgbClr val="C77A12"/>
                </a:solidFill>
                <a:latin typeface="Arial"/>
                <a:ea typeface="Arial"/>
                <a:cs typeface="Arial"/>
                <a:sym typeface="Arial"/>
              </a:rPr>
              <a:t>NET USABLE POWER</a:t>
            </a:r>
            <a:endParaRPr sz="1100"/>
          </a:p>
        </p:txBody>
      </p:sp>
      <p:sp>
        <p:nvSpPr>
          <p:cNvPr id="495" name="Google Shape;495;p33"/>
          <p:cNvSpPr txBox="1"/>
          <p:nvPr/>
        </p:nvSpPr>
        <p:spPr>
          <a:xfrm>
            <a:off x="4951496" y="2221992"/>
            <a:ext cx="925800" cy="2193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1000">
                <a:solidFill>
                  <a:srgbClr val="FFFFFF"/>
                </a:solidFill>
                <a:latin typeface="Arial"/>
                <a:ea typeface="Arial"/>
                <a:cs typeface="Arial"/>
                <a:sym typeface="Arial"/>
              </a:rPr>
              <a:t>56 kW</a:t>
            </a:r>
            <a:endParaRPr sz="1100"/>
          </a:p>
        </p:txBody>
      </p:sp>
      <p:sp>
        <p:nvSpPr>
          <p:cNvPr id="496" name="Google Shape;496;p33"/>
          <p:cNvSpPr txBox="1"/>
          <p:nvPr/>
        </p:nvSpPr>
        <p:spPr>
          <a:xfrm>
            <a:off x="4951496" y="2455164"/>
            <a:ext cx="925800" cy="1647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600">
                <a:solidFill>
                  <a:srgbClr val="7E97A2"/>
                </a:solidFill>
                <a:latin typeface="Arial"/>
                <a:ea typeface="Arial"/>
                <a:cs typeface="Arial"/>
                <a:sym typeface="Arial"/>
              </a:rPr>
              <a:t>gross</a:t>
            </a:r>
            <a:endParaRPr sz="1100"/>
          </a:p>
        </p:txBody>
      </p:sp>
      <p:sp>
        <p:nvSpPr>
          <p:cNvPr id="497" name="Google Shape;497;p33"/>
          <p:cNvSpPr txBox="1"/>
          <p:nvPr/>
        </p:nvSpPr>
        <p:spPr>
          <a:xfrm>
            <a:off x="5884187" y="2221992"/>
            <a:ext cx="925800" cy="2193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1000">
                <a:solidFill>
                  <a:srgbClr val="9FB6C0"/>
                </a:solidFill>
                <a:latin typeface="Arial"/>
                <a:ea typeface="Arial"/>
                <a:cs typeface="Arial"/>
                <a:sym typeface="Arial"/>
              </a:rPr>
              <a:t>− 7 kW</a:t>
            </a:r>
            <a:endParaRPr sz="1100"/>
          </a:p>
        </p:txBody>
      </p:sp>
      <p:sp>
        <p:nvSpPr>
          <p:cNvPr id="498" name="Google Shape;498;p33"/>
          <p:cNvSpPr txBox="1"/>
          <p:nvPr/>
        </p:nvSpPr>
        <p:spPr>
          <a:xfrm>
            <a:off x="5884187" y="2455164"/>
            <a:ext cx="925800" cy="1647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600">
                <a:solidFill>
                  <a:srgbClr val="7E97A2"/>
                </a:solidFill>
                <a:latin typeface="Arial"/>
                <a:ea typeface="Arial"/>
                <a:cs typeface="Arial"/>
                <a:sym typeface="Arial"/>
              </a:rPr>
              <a:t>auxiliaries</a:t>
            </a:r>
            <a:endParaRPr sz="1100"/>
          </a:p>
        </p:txBody>
      </p:sp>
      <p:sp>
        <p:nvSpPr>
          <p:cNvPr id="499" name="Google Shape;499;p33"/>
          <p:cNvSpPr txBox="1"/>
          <p:nvPr/>
        </p:nvSpPr>
        <p:spPr>
          <a:xfrm>
            <a:off x="6816879" y="2221992"/>
            <a:ext cx="925800" cy="2193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1000">
                <a:solidFill>
                  <a:srgbClr val="9FB6C0"/>
                </a:solidFill>
                <a:latin typeface="Arial"/>
                <a:ea typeface="Arial"/>
                <a:cs typeface="Arial"/>
                <a:sym typeface="Arial"/>
              </a:rPr>
              <a:t>− 2 kW</a:t>
            </a:r>
            <a:endParaRPr sz="1100"/>
          </a:p>
        </p:txBody>
      </p:sp>
      <p:sp>
        <p:nvSpPr>
          <p:cNvPr id="500" name="Google Shape;500;p33"/>
          <p:cNvSpPr txBox="1"/>
          <p:nvPr/>
        </p:nvSpPr>
        <p:spPr>
          <a:xfrm>
            <a:off x="6816879" y="2455164"/>
            <a:ext cx="925800" cy="1647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600">
                <a:solidFill>
                  <a:srgbClr val="7E97A2"/>
                </a:solidFill>
                <a:latin typeface="Arial"/>
                <a:ea typeface="Arial"/>
                <a:cs typeface="Arial"/>
                <a:sym typeface="Arial"/>
              </a:rPr>
              <a:t>conversion</a:t>
            </a:r>
            <a:endParaRPr sz="1100"/>
          </a:p>
        </p:txBody>
      </p:sp>
      <p:sp>
        <p:nvSpPr>
          <p:cNvPr id="501" name="Google Shape;501;p33"/>
          <p:cNvSpPr txBox="1"/>
          <p:nvPr/>
        </p:nvSpPr>
        <p:spPr>
          <a:xfrm>
            <a:off x="7749571" y="2221992"/>
            <a:ext cx="925800" cy="2193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1000">
                <a:solidFill>
                  <a:srgbClr val="C77A12"/>
                </a:solidFill>
                <a:latin typeface="Arial"/>
                <a:ea typeface="Arial"/>
                <a:cs typeface="Arial"/>
                <a:sym typeface="Arial"/>
              </a:rPr>
              <a:t>47 kW</a:t>
            </a:r>
            <a:endParaRPr sz="1100"/>
          </a:p>
        </p:txBody>
      </p:sp>
      <p:sp>
        <p:nvSpPr>
          <p:cNvPr id="502" name="Google Shape;502;p33"/>
          <p:cNvSpPr txBox="1"/>
          <p:nvPr/>
        </p:nvSpPr>
        <p:spPr>
          <a:xfrm>
            <a:off x="7749571" y="2455164"/>
            <a:ext cx="925800" cy="1647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600">
                <a:solidFill>
                  <a:srgbClr val="7E97A2"/>
                </a:solidFill>
                <a:latin typeface="Arial"/>
                <a:ea typeface="Arial"/>
                <a:cs typeface="Arial"/>
                <a:sym typeface="Arial"/>
              </a:rPr>
              <a:t>net</a:t>
            </a:r>
            <a:endParaRPr sz="1100"/>
          </a:p>
        </p:txBody>
      </p:sp>
      <p:sp>
        <p:nvSpPr>
          <p:cNvPr id="503" name="Google Shape;503;p33"/>
          <p:cNvSpPr/>
          <p:nvPr/>
        </p:nvSpPr>
        <p:spPr>
          <a:xfrm>
            <a:off x="377192" y="3084490"/>
            <a:ext cx="2659500" cy="987600"/>
          </a:xfrm>
          <a:prstGeom prst="roundRect">
            <a:avLst>
              <a:gd fmla="val 4861" name="adj"/>
            </a:avLst>
          </a:prstGeom>
          <a:solidFill>
            <a:srgbClr val="E6F2F3"/>
          </a:solidFill>
          <a:ln cap="flat" cmpd="sng" w="7150">
            <a:solidFill>
              <a:srgbClr val="C2DEE0"/>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504" name="Google Shape;504;p33"/>
          <p:cNvSpPr txBox="1"/>
          <p:nvPr/>
        </p:nvSpPr>
        <p:spPr>
          <a:xfrm>
            <a:off x="493778" y="3205191"/>
            <a:ext cx="2426100" cy="1965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lang="en" sz="800">
                <a:solidFill>
                  <a:srgbClr val="0E7C86"/>
                </a:solidFill>
              </a:rPr>
              <a:t>Gross ≠ net</a:t>
            </a:r>
            <a:endParaRPr sz="1100"/>
          </a:p>
        </p:txBody>
      </p:sp>
      <p:sp>
        <p:nvSpPr>
          <p:cNvPr id="505" name="Google Shape;505;p33"/>
          <p:cNvSpPr txBox="1"/>
          <p:nvPr/>
        </p:nvSpPr>
        <p:spPr>
          <a:xfrm>
            <a:off x="493778" y="3381022"/>
            <a:ext cx="2426100" cy="3999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lang="en" sz="700">
                <a:solidFill>
                  <a:srgbClr val="14303F"/>
                </a:solidFill>
              </a:rPr>
              <a:t>Quoting stack power without naming the auxiliary load overstates the system by a wide margin.</a:t>
            </a:r>
            <a:endParaRPr sz="1100"/>
          </a:p>
        </p:txBody>
      </p:sp>
      <p:sp>
        <p:nvSpPr>
          <p:cNvPr id="506" name="Google Shape;506;p33"/>
          <p:cNvSpPr/>
          <p:nvPr/>
        </p:nvSpPr>
        <p:spPr>
          <a:xfrm>
            <a:off x="3242338" y="3084490"/>
            <a:ext cx="2659500" cy="987600"/>
          </a:xfrm>
          <a:prstGeom prst="roundRect">
            <a:avLst>
              <a:gd fmla="val 4861" name="adj"/>
            </a:avLst>
          </a:prstGeom>
          <a:solidFill>
            <a:srgbClr val="EAF2F8"/>
          </a:solidFill>
          <a:ln cap="flat" cmpd="sng" w="7150">
            <a:solidFill>
              <a:srgbClr val="C6DCEA"/>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507" name="Google Shape;507;p33"/>
          <p:cNvSpPr txBox="1"/>
          <p:nvPr/>
        </p:nvSpPr>
        <p:spPr>
          <a:xfrm>
            <a:off x="3358925" y="3205191"/>
            <a:ext cx="2426100" cy="1965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lang="en" sz="800">
                <a:solidFill>
                  <a:srgbClr val="1F6FA8"/>
                </a:solidFill>
              </a:rPr>
              <a:t>The compressor dominates</a:t>
            </a:r>
            <a:endParaRPr sz="1100"/>
          </a:p>
        </p:txBody>
      </p:sp>
      <p:sp>
        <p:nvSpPr>
          <p:cNvPr id="508" name="Google Shape;508;p33"/>
          <p:cNvSpPr txBox="1"/>
          <p:nvPr/>
        </p:nvSpPr>
        <p:spPr>
          <a:xfrm>
            <a:off x="3358925" y="3381022"/>
            <a:ext cx="2426100" cy="2892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lang="en" sz="700">
                <a:solidFill>
                  <a:srgbClr val="14303F"/>
                </a:solidFill>
              </a:rPr>
              <a:t>Air supply is usually the largest single </a:t>
            </a:r>
            <a:r>
              <a:rPr lang="en" sz="700">
                <a:solidFill>
                  <a:srgbClr val="14303F"/>
                </a:solidFill>
              </a:rPr>
              <a:t>parasitic</a:t>
            </a:r>
            <a:r>
              <a:rPr lang="en" sz="700">
                <a:solidFill>
                  <a:srgbClr val="14303F"/>
                </a:solidFill>
              </a:rPr>
              <a:t> load, and it grows with pressure.</a:t>
            </a:r>
            <a:endParaRPr sz="1100"/>
          </a:p>
        </p:txBody>
      </p:sp>
      <p:sp>
        <p:nvSpPr>
          <p:cNvPr id="509" name="Google Shape;509;p33"/>
          <p:cNvSpPr/>
          <p:nvPr/>
        </p:nvSpPr>
        <p:spPr>
          <a:xfrm>
            <a:off x="6107485" y="3084490"/>
            <a:ext cx="2659500" cy="987600"/>
          </a:xfrm>
          <a:prstGeom prst="roundRect">
            <a:avLst>
              <a:gd fmla="val 4861" name="adj"/>
            </a:avLst>
          </a:prstGeom>
          <a:solidFill>
            <a:srgbClr val="FBEDEA"/>
          </a:solidFill>
          <a:ln cap="flat" cmpd="sng" w="7150">
            <a:solidFill>
              <a:srgbClr val="EFCFC8"/>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510" name="Google Shape;510;p33"/>
          <p:cNvSpPr txBox="1"/>
          <p:nvPr/>
        </p:nvSpPr>
        <p:spPr>
          <a:xfrm>
            <a:off x="6224072" y="3205191"/>
            <a:ext cx="2426100" cy="1965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lang="en" sz="800">
                <a:solidFill>
                  <a:srgbClr val="B5342A"/>
                </a:solidFill>
              </a:rPr>
              <a:t>Conditioning costs too</a:t>
            </a:r>
            <a:endParaRPr sz="1100"/>
          </a:p>
        </p:txBody>
      </p:sp>
      <p:sp>
        <p:nvSpPr>
          <p:cNvPr id="511" name="Google Shape;511;p33"/>
          <p:cNvSpPr txBox="1"/>
          <p:nvPr/>
        </p:nvSpPr>
        <p:spPr>
          <a:xfrm>
            <a:off x="6224072" y="3381022"/>
            <a:ext cx="2426100" cy="3999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lang="en" sz="700">
                <a:solidFill>
                  <a:srgbClr val="14303F"/>
                </a:solidFill>
              </a:rPr>
              <a:t>Every conversion stage - DC-DC, inverter, takes its own percentage on the way to the load.</a:t>
            </a:r>
            <a:endParaRPr sz="1100"/>
          </a:p>
        </p:txBody>
      </p:sp>
      <p:sp>
        <p:nvSpPr>
          <p:cNvPr id="512" name="Google Shape;512;p33"/>
          <p:cNvSpPr txBox="1"/>
          <p:nvPr/>
        </p:nvSpPr>
        <p:spPr>
          <a:xfrm>
            <a:off x="342901" y="4361688"/>
            <a:ext cx="8389500" cy="1920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lang="en" sz="800">
                <a:solidFill>
                  <a:schemeClr val="dk2"/>
                </a:solidFill>
              </a:rPr>
              <a:t>NET USABLE POWER</a:t>
            </a:r>
            <a:r>
              <a:rPr b="1" lang="en" sz="800">
                <a:solidFill>
                  <a:srgbClr val="14303F"/>
                </a:solidFill>
              </a:rPr>
              <a:t> - gross stack power - auxiliary demand - conversion losses. Illustrative figures only - 56kW - 7kW - 2kW = 47kW</a:t>
            </a:r>
            <a:endParaRPr sz="1100"/>
          </a:p>
        </p:txBody>
      </p:sp>
      <p:sp>
        <p:nvSpPr>
          <p:cNvPr id="513" name="Google Shape;513;p33"/>
          <p:cNvSpPr/>
          <p:nvPr/>
        </p:nvSpPr>
        <p:spPr>
          <a:xfrm>
            <a:off x="3306550" y="2221850"/>
            <a:ext cx="737700" cy="219300"/>
          </a:xfrm>
          <a:prstGeom prst="roundRect">
            <a:avLst>
              <a:gd fmla="val 16667" name="adj"/>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514" name="Google Shape;514;p33"/>
          <p:cNvSpPr txBox="1"/>
          <p:nvPr/>
        </p:nvSpPr>
        <p:spPr>
          <a:xfrm>
            <a:off x="3251636" y="2184453"/>
            <a:ext cx="925800" cy="246900"/>
          </a:xfrm>
          <a:prstGeom prst="rect">
            <a:avLst/>
          </a:prstGeom>
          <a:noFill/>
          <a:ln>
            <a:noFill/>
          </a:ln>
        </p:spPr>
        <p:txBody>
          <a:bodyPr anchorCtr="0" anchor="t" bIns="91425" lIns="91425" spcFirstLastPara="1" rIns="91425" wrap="square" tIns="91425">
            <a:noAutofit/>
          </a:bodyPr>
          <a:lstStyle/>
          <a:p>
            <a:pPr indent="0" lvl="0" marL="0" rtl="0" algn="l">
              <a:lnSpc>
                <a:spcPct val="101666"/>
              </a:lnSpc>
              <a:spcBef>
                <a:spcPts val="0"/>
              </a:spcBef>
              <a:spcAft>
                <a:spcPts val="0"/>
              </a:spcAft>
              <a:buClr>
                <a:schemeClr val="dk1"/>
              </a:buClr>
              <a:buFont typeface="Arial"/>
              <a:buNone/>
            </a:pPr>
            <a:r>
              <a:rPr lang="en" sz="700">
                <a:solidFill>
                  <a:srgbClr val="14303F"/>
                </a:solidFill>
              </a:rPr>
              <a:t> H₂ recirculation</a:t>
            </a:r>
            <a:endParaRPr sz="110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9" name="Shape 519"/>
        <p:cNvGrpSpPr/>
        <p:nvPr/>
      </p:nvGrpSpPr>
      <p:grpSpPr>
        <a:xfrm>
          <a:off x="0" y="0"/>
          <a:ext cx="0" cy="0"/>
          <a:chOff x="0" y="0"/>
          <a:chExt cx="0" cy="0"/>
        </a:xfrm>
      </p:grpSpPr>
      <p:sp>
        <p:nvSpPr>
          <p:cNvPr id="520" name="Google Shape;520;p34"/>
          <p:cNvSpPr txBox="1"/>
          <p:nvPr/>
        </p:nvSpPr>
        <p:spPr>
          <a:xfrm>
            <a:off x="342901" y="274320"/>
            <a:ext cx="8389500" cy="1509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700">
                <a:solidFill>
                  <a:srgbClr val="C77A12"/>
                </a:solidFill>
                <a:latin typeface="Arial"/>
                <a:ea typeface="Arial"/>
                <a:cs typeface="Arial"/>
                <a:sym typeface="Arial"/>
              </a:rPr>
              <a:t>04 · THE SYSTEM</a:t>
            </a:r>
            <a:endParaRPr sz="1100"/>
          </a:p>
        </p:txBody>
      </p:sp>
      <p:sp>
        <p:nvSpPr>
          <p:cNvPr id="521" name="Google Shape;521;p34"/>
          <p:cNvSpPr txBox="1"/>
          <p:nvPr/>
        </p:nvSpPr>
        <p:spPr>
          <a:xfrm>
            <a:off x="342901" y="452628"/>
            <a:ext cx="8458200" cy="3708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lang="en" sz="2000">
                <a:solidFill>
                  <a:srgbClr val="14303F"/>
                </a:solidFill>
              </a:rPr>
              <a:t>Where the microcontroller and sensors sit</a:t>
            </a:r>
            <a:endParaRPr sz="1100"/>
          </a:p>
        </p:txBody>
      </p:sp>
      <p:sp>
        <p:nvSpPr>
          <p:cNvPr id="522" name="Google Shape;522;p34"/>
          <p:cNvSpPr txBox="1"/>
          <p:nvPr/>
        </p:nvSpPr>
        <p:spPr>
          <a:xfrm>
            <a:off x="342901" y="795909"/>
            <a:ext cx="8458200" cy="2022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lang="en" sz="900">
                <a:solidFill>
                  <a:srgbClr val="5A6B75"/>
                </a:solidFill>
              </a:rPr>
              <a:t>The ECU supervises the system through isolated sensing and low-power commands - the high stack current never passes through it</a:t>
            </a:r>
            <a:endParaRPr sz="1100"/>
          </a:p>
        </p:txBody>
      </p:sp>
      <p:sp>
        <p:nvSpPr>
          <p:cNvPr id="523" name="Google Shape;523;p34"/>
          <p:cNvSpPr txBox="1"/>
          <p:nvPr/>
        </p:nvSpPr>
        <p:spPr>
          <a:xfrm>
            <a:off x="342901" y="4361688"/>
            <a:ext cx="8389500" cy="1920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lang="en" sz="800">
                <a:solidFill>
                  <a:srgbClr val="14303F"/>
                </a:solidFill>
              </a:rPr>
              <a:t>The ECU never carries the stack current - It measures the energy path, </a:t>
            </a:r>
            <a:r>
              <a:rPr b="1" lang="en" sz="800">
                <a:solidFill>
                  <a:srgbClr val="14303F"/>
                </a:solidFill>
              </a:rPr>
              <a:t>commands the converters and contactors, and can open the path in a fault.</a:t>
            </a:r>
            <a:endParaRPr sz="1100"/>
          </a:p>
        </p:txBody>
      </p:sp>
      <p:sp>
        <p:nvSpPr>
          <p:cNvPr id="524" name="Google Shape;524;p34"/>
          <p:cNvSpPr/>
          <p:nvPr/>
        </p:nvSpPr>
        <p:spPr>
          <a:xfrm>
            <a:off x="342900" y="1101250"/>
            <a:ext cx="1377600" cy="1084200"/>
          </a:xfrm>
          <a:prstGeom prst="roundRect">
            <a:avLst>
              <a:gd fmla="val 4500" name="adj"/>
            </a:avLst>
          </a:prstGeom>
          <a:solidFill>
            <a:srgbClr val="E3EEF4"/>
          </a:solidFill>
          <a:ln cap="flat" cmpd="sng" w="10600">
            <a:solidFill>
              <a:srgbClr val="17607D"/>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55"/>
              <a:buFont typeface="Arial"/>
              <a:buNone/>
            </a:pPr>
            <a:r>
              <a:t/>
            </a:r>
            <a:endParaRPr b="0" i="0" sz="1255" u="none" cap="none" strike="noStrike">
              <a:solidFill>
                <a:srgbClr val="000000"/>
              </a:solidFill>
              <a:latin typeface="Calibri"/>
              <a:ea typeface="Calibri"/>
              <a:cs typeface="Calibri"/>
              <a:sym typeface="Calibri"/>
            </a:endParaRPr>
          </a:p>
        </p:txBody>
      </p:sp>
      <p:sp>
        <p:nvSpPr>
          <p:cNvPr id="525" name="Google Shape;525;p34"/>
          <p:cNvSpPr txBox="1"/>
          <p:nvPr/>
        </p:nvSpPr>
        <p:spPr>
          <a:xfrm>
            <a:off x="436983" y="1181551"/>
            <a:ext cx="1189500" cy="945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000000"/>
              </a:buClr>
              <a:buSzPts val="613"/>
              <a:buFont typeface="Arial"/>
              <a:buNone/>
            </a:pPr>
            <a:r>
              <a:rPr b="1" i="0" lang="en" sz="613" u="none" cap="none" strike="noStrike">
                <a:solidFill>
                  <a:srgbClr val="17607D"/>
                </a:solidFill>
                <a:latin typeface="Arial"/>
                <a:ea typeface="Arial"/>
                <a:cs typeface="Arial"/>
                <a:sym typeface="Arial"/>
              </a:rPr>
              <a:t>REACTANT SUPPLY</a:t>
            </a:r>
            <a:endParaRPr b="0" i="0" sz="976" u="none" cap="none" strike="noStrike">
              <a:solidFill>
                <a:srgbClr val="000000"/>
              </a:solidFill>
              <a:latin typeface="Arial"/>
              <a:ea typeface="Arial"/>
              <a:cs typeface="Arial"/>
              <a:sym typeface="Arial"/>
            </a:endParaRPr>
          </a:p>
        </p:txBody>
      </p:sp>
      <p:sp>
        <p:nvSpPr>
          <p:cNvPr id="526" name="Google Shape;526;p34"/>
          <p:cNvSpPr/>
          <p:nvPr/>
        </p:nvSpPr>
        <p:spPr>
          <a:xfrm>
            <a:off x="436983" y="1409069"/>
            <a:ext cx="1189500" cy="321300"/>
          </a:xfrm>
          <a:prstGeom prst="roundRect">
            <a:avLst>
              <a:gd fmla="val 4500" name="adj"/>
            </a:avLst>
          </a:prstGeom>
          <a:solidFill>
            <a:srgbClr val="FFFFFF"/>
          </a:solidFill>
          <a:ln cap="flat" cmpd="sng" w="9725">
            <a:solidFill>
              <a:srgbClr val="17607D"/>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627"/>
              <a:buFont typeface="Arial"/>
              <a:buNone/>
            </a:pPr>
            <a:r>
              <a:rPr b="1" i="0" lang="en" sz="627" u="none" cap="none" strike="noStrike">
                <a:solidFill>
                  <a:srgbClr val="17607D"/>
                </a:solidFill>
                <a:latin typeface="Arial"/>
                <a:ea typeface="Arial"/>
                <a:cs typeface="Arial"/>
                <a:sym typeface="Arial"/>
              </a:rPr>
              <a:t>H</a:t>
            </a:r>
            <a:r>
              <a:rPr b="1" baseline="-25000" i="0" lang="en" sz="439" u="none" cap="none" strike="noStrike">
                <a:solidFill>
                  <a:srgbClr val="17607D"/>
                </a:solidFill>
                <a:latin typeface="Arial"/>
                <a:ea typeface="Arial"/>
                <a:cs typeface="Arial"/>
                <a:sym typeface="Arial"/>
              </a:rPr>
              <a:t>2</a:t>
            </a:r>
            <a:r>
              <a:rPr b="1" i="0" lang="en" sz="627" u="none" cap="none" strike="noStrike">
                <a:solidFill>
                  <a:srgbClr val="17607D"/>
                </a:solidFill>
                <a:latin typeface="Arial"/>
                <a:ea typeface="Arial"/>
                <a:cs typeface="Arial"/>
                <a:sym typeface="Arial"/>
              </a:rPr>
              <a:t> tank</a:t>
            </a:r>
            <a:endParaRPr b="0" i="0" sz="976"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627"/>
              <a:buFont typeface="Arial"/>
              <a:buNone/>
            </a:pPr>
            <a:r>
              <a:rPr b="1" i="0" lang="en" sz="627" u="none" cap="none" strike="noStrike">
                <a:solidFill>
                  <a:srgbClr val="17607D"/>
                </a:solidFill>
                <a:latin typeface="Arial"/>
                <a:ea typeface="Arial"/>
                <a:cs typeface="Arial"/>
                <a:sym typeface="Arial"/>
              </a:rPr>
              <a:t>+ regulator</a:t>
            </a:r>
            <a:endParaRPr b="0" i="0" sz="976" u="none" cap="none" strike="noStrike">
              <a:solidFill>
                <a:srgbClr val="000000"/>
              </a:solidFill>
              <a:latin typeface="Arial"/>
              <a:ea typeface="Arial"/>
              <a:cs typeface="Arial"/>
              <a:sym typeface="Arial"/>
            </a:endParaRPr>
          </a:p>
        </p:txBody>
      </p:sp>
      <p:sp>
        <p:nvSpPr>
          <p:cNvPr id="527" name="Google Shape;527;p34"/>
          <p:cNvSpPr/>
          <p:nvPr/>
        </p:nvSpPr>
        <p:spPr>
          <a:xfrm>
            <a:off x="436983" y="1783806"/>
            <a:ext cx="1189500" cy="321300"/>
          </a:xfrm>
          <a:prstGeom prst="roundRect">
            <a:avLst>
              <a:gd fmla="val 4500" name="adj"/>
            </a:avLst>
          </a:prstGeom>
          <a:solidFill>
            <a:srgbClr val="FFFFFF"/>
          </a:solidFill>
          <a:ln cap="flat" cmpd="sng" w="9725">
            <a:solidFill>
              <a:srgbClr val="17607D"/>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627"/>
              <a:buFont typeface="Arial"/>
              <a:buNone/>
            </a:pPr>
            <a:r>
              <a:rPr b="1" i="0" lang="en" sz="627" u="none" cap="none" strike="noStrike">
                <a:solidFill>
                  <a:srgbClr val="17607D"/>
                </a:solidFill>
                <a:latin typeface="Arial"/>
                <a:ea typeface="Arial"/>
                <a:cs typeface="Arial"/>
                <a:sym typeface="Arial"/>
              </a:rPr>
              <a:t>Air supply</a:t>
            </a:r>
            <a:endParaRPr b="0" i="0" sz="976"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627"/>
              <a:buFont typeface="Arial"/>
              <a:buNone/>
            </a:pPr>
            <a:r>
              <a:rPr b="1" i="0" lang="en" sz="627" u="none" cap="none" strike="noStrike">
                <a:solidFill>
                  <a:srgbClr val="17607D"/>
                </a:solidFill>
                <a:latin typeface="Arial"/>
                <a:ea typeface="Arial"/>
                <a:cs typeface="Arial"/>
                <a:sym typeface="Arial"/>
              </a:rPr>
              <a:t>+ compressor</a:t>
            </a:r>
            <a:endParaRPr b="0" i="0" sz="976" u="none" cap="none" strike="noStrike">
              <a:solidFill>
                <a:srgbClr val="000000"/>
              </a:solidFill>
              <a:latin typeface="Arial"/>
              <a:ea typeface="Arial"/>
              <a:cs typeface="Arial"/>
              <a:sym typeface="Arial"/>
            </a:endParaRPr>
          </a:p>
        </p:txBody>
      </p:sp>
      <p:sp>
        <p:nvSpPr>
          <p:cNvPr id="528" name="Google Shape;528;p34"/>
          <p:cNvSpPr/>
          <p:nvPr/>
        </p:nvSpPr>
        <p:spPr>
          <a:xfrm>
            <a:off x="1747422" y="1569671"/>
            <a:ext cx="161400" cy="147300"/>
          </a:xfrm>
          <a:prstGeom prst="rightArrow">
            <a:avLst>
              <a:gd fmla="val 42000" name="adj1"/>
              <a:gd fmla="val 45000" name="adj2"/>
            </a:avLst>
          </a:prstGeom>
          <a:solidFill>
            <a:srgbClr val="17607D"/>
          </a:solidFill>
          <a:ln>
            <a:noFill/>
          </a:ln>
        </p:spPr>
        <p:txBody>
          <a:bodyPr anchorCtr="0" anchor="ctr" bIns="31850" lIns="63725" spcFirstLastPara="1" rIns="63725" wrap="square" tIns="31850">
            <a:noAutofit/>
          </a:bodyPr>
          <a:lstStyle/>
          <a:p>
            <a:pPr indent="0" lvl="0" marL="0" marR="0" rtl="0" algn="ctr">
              <a:lnSpc>
                <a:spcPct val="100000"/>
              </a:lnSpc>
              <a:spcBef>
                <a:spcPts val="0"/>
              </a:spcBef>
              <a:spcAft>
                <a:spcPts val="0"/>
              </a:spcAft>
              <a:buClr>
                <a:srgbClr val="000000"/>
              </a:buClr>
              <a:buSzPts val="1255"/>
              <a:buFont typeface="Arial"/>
              <a:buNone/>
            </a:pPr>
            <a:r>
              <a:t/>
            </a:r>
            <a:endParaRPr b="0" i="0" sz="1255" u="none" cap="none" strike="noStrike">
              <a:solidFill>
                <a:srgbClr val="000000"/>
              </a:solidFill>
              <a:latin typeface="Calibri"/>
              <a:ea typeface="Calibri"/>
              <a:cs typeface="Calibri"/>
              <a:sym typeface="Calibri"/>
            </a:endParaRPr>
          </a:p>
        </p:txBody>
      </p:sp>
      <p:sp>
        <p:nvSpPr>
          <p:cNvPr id="529" name="Google Shape;529;p34"/>
          <p:cNvSpPr/>
          <p:nvPr/>
        </p:nvSpPr>
        <p:spPr>
          <a:xfrm>
            <a:off x="1949028" y="1101250"/>
            <a:ext cx="6614700" cy="1084200"/>
          </a:xfrm>
          <a:prstGeom prst="roundRect">
            <a:avLst>
              <a:gd fmla="val 4500" name="adj"/>
            </a:avLst>
          </a:prstGeom>
          <a:solidFill>
            <a:srgbClr val="FBEEE0"/>
          </a:solidFill>
          <a:ln cap="flat" cmpd="sng" w="11500">
            <a:solidFill>
              <a:srgbClr val="E8792B"/>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55"/>
              <a:buFont typeface="Arial"/>
              <a:buNone/>
            </a:pPr>
            <a:r>
              <a:t/>
            </a:r>
            <a:endParaRPr b="0" i="0" sz="1255" u="none" cap="none" strike="noStrike">
              <a:solidFill>
                <a:srgbClr val="000000"/>
              </a:solidFill>
              <a:latin typeface="Calibri"/>
              <a:ea typeface="Calibri"/>
              <a:cs typeface="Calibri"/>
              <a:sym typeface="Calibri"/>
            </a:endParaRPr>
          </a:p>
        </p:txBody>
      </p:sp>
      <p:sp>
        <p:nvSpPr>
          <p:cNvPr id="530" name="Google Shape;530;p34"/>
          <p:cNvSpPr txBox="1"/>
          <p:nvPr/>
        </p:nvSpPr>
        <p:spPr>
          <a:xfrm>
            <a:off x="2069992" y="1181551"/>
            <a:ext cx="6372600" cy="102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669"/>
              <a:buFont typeface="Arial"/>
              <a:buNone/>
            </a:pPr>
            <a:r>
              <a:rPr b="1" i="0" lang="en" sz="669" u="none" cap="none" strike="noStrike">
                <a:solidFill>
                  <a:srgbClr val="8A4F14"/>
                </a:solidFill>
                <a:latin typeface="Arial"/>
                <a:ea typeface="Arial"/>
                <a:cs typeface="Arial"/>
                <a:sym typeface="Arial"/>
              </a:rPr>
              <a:t>HIGH-POWER ENERGY PATH   —   high current, high voltage, no controller in the loop</a:t>
            </a:r>
            <a:endParaRPr b="0" i="0" sz="976" u="none" cap="none" strike="noStrike">
              <a:solidFill>
                <a:srgbClr val="000000"/>
              </a:solidFill>
              <a:latin typeface="Arial"/>
              <a:ea typeface="Arial"/>
              <a:cs typeface="Arial"/>
              <a:sym typeface="Arial"/>
            </a:endParaRPr>
          </a:p>
        </p:txBody>
      </p:sp>
      <p:sp>
        <p:nvSpPr>
          <p:cNvPr id="531" name="Google Shape;531;p34"/>
          <p:cNvSpPr/>
          <p:nvPr/>
        </p:nvSpPr>
        <p:spPr>
          <a:xfrm>
            <a:off x="2069992" y="1435836"/>
            <a:ext cx="1113300" cy="615600"/>
          </a:xfrm>
          <a:prstGeom prst="roundRect">
            <a:avLst>
              <a:gd fmla="val 4500" name="adj"/>
            </a:avLst>
          </a:prstGeom>
          <a:solidFill>
            <a:srgbClr val="FFFFFF"/>
          </a:solidFill>
          <a:ln cap="flat" cmpd="sng" w="13275">
            <a:solidFill>
              <a:srgbClr val="8A4F14"/>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32"/>
              <a:buFont typeface="Arial"/>
              <a:buNone/>
            </a:pPr>
            <a:r>
              <a:rPr b="1" i="0" lang="en" sz="732" u="none" cap="none" strike="noStrike">
                <a:solidFill>
                  <a:srgbClr val="123243"/>
                </a:solidFill>
                <a:latin typeface="Arial"/>
                <a:ea typeface="Arial"/>
                <a:cs typeface="Arial"/>
                <a:sym typeface="Arial"/>
              </a:rPr>
              <a:t>PEMFC</a:t>
            </a:r>
            <a:endParaRPr b="0" i="0" sz="976"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732"/>
              <a:buFont typeface="Arial"/>
              <a:buNone/>
            </a:pPr>
            <a:r>
              <a:rPr b="1" i="0" lang="en" sz="732" u="none" cap="none" strike="noStrike">
                <a:solidFill>
                  <a:srgbClr val="123243"/>
                </a:solidFill>
                <a:latin typeface="Arial"/>
                <a:ea typeface="Arial"/>
                <a:cs typeface="Arial"/>
                <a:sym typeface="Arial"/>
              </a:rPr>
              <a:t>stack</a:t>
            </a:r>
            <a:endParaRPr b="0" i="0" sz="976" u="none" cap="none" strike="noStrike">
              <a:solidFill>
                <a:srgbClr val="000000"/>
              </a:solidFill>
              <a:latin typeface="Arial"/>
              <a:ea typeface="Arial"/>
              <a:cs typeface="Arial"/>
              <a:sym typeface="Arial"/>
            </a:endParaRPr>
          </a:p>
        </p:txBody>
      </p:sp>
      <p:sp>
        <p:nvSpPr>
          <p:cNvPr id="532" name="Google Shape;532;p34"/>
          <p:cNvSpPr/>
          <p:nvPr/>
        </p:nvSpPr>
        <p:spPr>
          <a:xfrm>
            <a:off x="3206783" y="1660009"/>
            <a:ext cx="154800" cy="167400"/>
          </a:xfrm>
          <a:prstGeom prst="rightArrow">
            <a:avLst>
              <a:gd fmla="val 40000" name="adj1"/>
              <a:gd fmla="val 50000" name="adj2"/>
            </a:avLst>
          </a:prstGeom>
          <a:solidFill>
            <a:srgbClr val="E8792B"/>
          </a:solidFill>
          <a:ln>
            <a:noFill/>
          </a:ln>
        </p:spPr>
        <p:txBody>
          <a:bodyPr anchorCtr="0" anchor="ctr" bIns="31850" lIns="63725" spcFirstLastPara="1" rIns="63725" wrap="square" tIns="31850">
            <a:noAutofit/>
          </a:bodyPr>
          <a:lstStyle/>
          <a:p>
            <a:pPr indent="0" lvl="0" marL="0" marR="0" rtl="0" algn="ctr">
              <a:lnSpc>
                <a:spcPct val="100000"/>
              </a:lnSpc>
              <a:spcBef>
                <a:spcPts val="0"/>
              </a:spcBef>
              <a:spcAft>
                <a:spcPts val="0"/>
              </a:spcAft>
              <a:buClr>
                <a:srgbClr val="000000"/>
              </a:buClr>
              <a:buSzPts val="1255"/>
              <a:buFont typeface="Arial"/>
              <a:buNone/>
            </a:pPr>
            <a:r>
              <a:t/>
            </a:r>
            <a:endParaRPr b="0" i="0" sz="1255" u="none" cap="none" strike="noStrike">
              <a:solidFill>
                <a:srgbClr val="000000"/>
              </a:solidFill>
              <a:latin typeface="Calibri"/>
              <a:ea typeface="Calibri"/>
              <a:cs typeface="Calibri"/>
              <a:sym typeface="Calibri"/>
            </a:endParaRPr>
          </a:p>
        </p:txBody>
      </p:sp>
      <p:sp>
        <p:nvSpPr>
          <p:cNvPr id="533" name="Google Shape;533;p34"/>
          <p:cNvSpPr/>
          <p:nvPr/>
        </p:nvSpPr>
        <p:spPr>
          <a:xfrm>
            <a:off x="3384868" y="1435836"/>
            <a:ext cx="1113300" cy="615600"/>
          </a:xfrm>
          <a:prstGeom prst="roundRect">
            <a:avLst>
              <a:gd fmla="val 4500" name="adj"/>
            </a:avLst>
          </a:prstGeom>
          <a:solidFill>
            <a:srgbClr val="FFFFFF"/>
          </a:solidFill>
          <a:ln cap="flat" cmpd="sng" w="13275">
            <a:solidFill>
              <a:srgbClr val="8A4F14"/>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32"/>
              <a:buFont typeface="Arial"/>
              <a:buNone/>
            </a:pPr>
            <a:r>
              <a:rPr b="1" i="0" lang="en" sz="732" u="none" cap="none" strike="noStrike">
                <a:solidFill>
                  <a:srgbClr val="123243"/>
                </a:solidFill>
                <a:latin typeface="Arial"/>
                <a:ea typeface="Arial"/>
                <a:cs typeface="Arial"/>
                <a:sym typeface="Arial"/>
              </a:rPr>
              <a:t>Contactors</a:t>
            </a:r>
            <a:endParaRPr b="0" i="0" sz="976"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732"/>
              <a:buFont typeface="Arial"/>
              <a:buNone/>
            </a:pPr>
            <a:r>
              <a:rPr b="1" i="0" lang="en" sz="732" u="none" cap="none" strike="noStrike">
                <a:solidFill>
                  <a:srgbClr val="123243"/>
                </a:solidFill>
                <a:latin typeface="Arial"/>
                <a:ea typeface="Arial"/>
                <a:cs typeface="Arial"/>
                <a:sym typeface="Arial"/>
              </a:rPr>
              <a:t>+ DC-DC</a:t>
            </a:r>
            <a:endParaRPr b="0" i="0" sz="976" u="none" cap="none" strike="noStrike">
              <a:solidFill>
                <a:srgbClr val="000000"/>
              </a:solidFill>
              <a:latin typeface="Arial"/>
              <a:ea typeface="Arial"/>
              <a:cs typeface="Arial"/>
              <a:sym typeface="Arial"/>
            </a:endParaRPr>
          </a:p>
        </p:txBody>
      </p:sp>
      <p:sp>
        <p:nvSpPr>
          <p:cNvPr id="534" name="Google Shape;534;p34"/>
          <p:cNvSpPr/>
          <p:nvPr/>
        </p:nvSpPr>
        <p:spPr>
          <a:xfrm>
            <a:off x="4521658" y="1660009"/>
            <a:ext cx="154800" cy="167400"/>
          </a:xfrm>
          <a:prstGeom prst="rightArrow">
            <a:avLst>
              <a:gd fmla="val 40000" name="adj1"/>
              <a:gd fmla="val 50000" name="adj2"/>
            </a:avLst>
          </a:prstGeom>
          <a:solidFill>
            <a:srgbClr val="E8792B"/>
          </a:solidFill>
          <a:ln>
            <a:noFill/>
          </a:ln>
        </p:spPr>
        <p:txBody>
          <a:bodyPr anchorCtr="0" anchor="ctr" bIns="31850" lIns="63725" spcFirstLastPara="1" rIns="63725" wrap="square" tIns="31850">
            <a:noAutofit/>
          </a:bodyPr>
          <a:lstStyle/>
          <a:p>
            <a:pPr indent="0" lvl="0" marL="0" marR="0" rtl="0" algn="ctr">
              <a:lnSpc>
                <a:spcPct val="100000"/>
              </a:lnSpc>
              <a:spcBef>
                <a:spcPts val="0"/>
              </a:spcBef>
              <a:spcAft>
                <a:spcPts val="0"/>
              </a:spcAft>
              <a:buClr>
                <a:srgbClr val="000000"/>
              </a:buClr>
              <a:buSzPts val="1255"/>
              <a:buFont typeface="Arial"/>
              <a:buNone/>
            </a:pPr>
            <a:r>
              <a:t/>
            </a:r>
            <a:endParaRPr b="0" i="0" sz="1255" u="none" cap="none" strike="noStrike">
              <a:solidFill>
                <a:srgbClr val="000000"/>
              </a:solidFill>
              <a:latin typeface="Calibri"/>
              <a:ea typeface="Calibri"/>
              <a:cs typeface="Calibri"/>
              <a:sym typeface="Calibri"/>
            </a:endParaRPr>
          </a:p>
        </p:txBody>
      </p:sp>
      <p:sp>
        <p:nvSpPr>
          <p:cNvPr id="535" name="Google Shape;535;p34"/>
          <p:cNvSpPr/>
          <p:nvPr/>
        </p:nvSpPr>
        <p:spPr>
          <a:xfrm>
            <a:off x="4699744" y="1435836"/>
            <a:ext cx="1113300" cy="615600"/>
          </a:xfrm>
          <a:prstGeom prst="roundRect">
            <a:avLst>
              <a:gd fmla="val 4500" name="adj"/>
            </a:avLst>
          </a:prstGeom>
          <a:solidFill>
            <a:srgbClr val="FFFFFF"/>
          </a:solidFill>
          <a:ln cap="flat" cmpd="sng" w="13275">
            <a:solidFill>
              <a:srgbClr val="8A4F14"/>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32"/>
              <a:buFont typeface="Arial"/>
              <a:buNone/>
            </a:pPr>
            <a:r>
              <a:rPr b="1" i="0" lang="en" sz="732" u="none" cap="none" strike="noStrike">
                <a:solidFill>
                  <a:srgbClr val="123243"/>
                </a:solidFill>
                <a:latin typeface="Arial"/>
                <a:ea typeface="Arial"/>
                <a:cs typeface="Arial"/>
                <a:sym typeface="Arial"/>
              </a:rPr>
              <a:t>Battery /</a:t>
            </a:r>
            <a:endParaRPr b="0" i="0" sz="976"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732"/>
              <a:buFont typeface="Arial"/>
              <a:buNone/>
            </a:pPr>
            <a:r>
              <a:rPr b="1" i="0" lang="en" sz="732" u="none" cap="none" strike="noStrike">
                <a:solidFill>
                  <a:srgbClr val="123243"/>
                </a:solidFill>
                <a:latin typeface="Arial"/>
                <a:ea typeface="Arial"/>
                <a:cs typeface="Arial"/>
                <a:sym typeface="Arial"/>
              </a:rPr>
              <a:t>buffer</a:t>
            </a:r>
            <a:endParaRPr b="0" i="0" sz="976" u="none" cap="none" strike="noStrike">
              <a:solidFill>
                <a:srgbClr val="000000"/>
              </a:solidFill>
              <a:latin typeface="Arial"/>
              <a:ea typeface="Arial"/>
              <a:cs typeface="Arial"/>
              <a:sym typeface="Arial"/>
            </a:endParaRPr>
          </a:p>
        </p:txBody>
      </p:sp>
      <p:sp>
        <p:nvSpPr>
          <p:cNvPr id="536" name="Google Shape;536;p34"/>
          <p:cNvSpPr/>
          <p:nvPr/>
        </p:nvSpPr>
        <p:spPr>
          <a:xfrm>
            <a:off x="5836534" y="1660009"/>
            <a:ext cx="154800" cy="167400"/>
          </a:xfrm>
          <a:prstGeom prst="rightArrow">
            <a:avLst>
              <a:gd fmla="val 40000" name="adj1"/>
              <a:gd fmla="val 50000" name="adj2"/>
            </a:avLst>
          </a:prstGeom>
          <a:solidFill>
            <a:srgbClr val="E8792B"/>
          </a:solidFill>
          <a:ln>
            <a:noFill/>
          </a:ln>
        </p:spPr>
        <p:txBody>
          <a:bodyPr anchorCtr="0" anchor="ctr" bIns="31850" lIns="63725" spcFirstLastPara="1" rIns="63725" wrap="square" tIns="31850">
            <a:noAutofit/>
          </a:bodyPr>
          <a:lstStyle/>
          <a:p>
            <a:pPr indent="0" lvl="0" marL="0" marR="0" rtl="0" algn="ctr">
              <a:lnSpc>
                <a:spcPct val="100000"/>
              </a:lnSpc>
              <a:spcBef>
                <a:spcPts val="0"/>
              </a:spcBef>
              <a:spcAft>
                <a:spcPts val="0"/>
              </a:spcAft>
              <a:buClr>
                <a:srgbClr val="000000"/>
              </a:buClr>
              <a:buSzPts val="1255"/>
              <a:buFont typeface="Arial"/>
              <a:buNone/>
            </a:pPr>
            <a:r>
              <a:t/>
            </a:r>
            <a:endParaRPr b="0" i="0" sz="1255" u="none" cap="none" strike="noStrike">
              <a:solidFill>
                <a:srgbClr val="000000"/>
              </a:solidFill>
              <a:latin typeface="Calibri"/>
              <a:ea typeface="Calibri"/>
              <a:cs typeface="Calibri"/>
              <a:sym typeface="Calibri"/>
            </a:endParaRPr>
          </a:p>
        </p:txBody>
      </p:sp>
      <p:sp>
        <p:nvSpPr>
          <p:cNvPr id="537" name="Google Shape;537;p34"/>
          <p:cNvSpPr/>
          <p:nvPr/>
        </p:nvSpPr>
        <p:spPr>
          <a:xfrm>
            <a:off x="6014619" y="1435836"/>
            <a:ext cx="1113300" cy="615600"/>
          </a:xfrm>
          <a:prstGeom prst="roundRect">
            <a:avLst>
              <a:gd fmla="val 4500" name="adj"/>
            </a:avLst>
          </a:prstGeom>
          <a:solidFill>
            <a:srgbClr val="FFFFFF"/>
          </a:solidFill>
          <a:ln cap="flat" cmpd="sng" w="13275">
            <a:solidFill>
              <a:srgbClr val="8A4F14"/>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32"/>
              <a:buFont typeface="Arial"/>
              <a:buNone/>
            </a:pPr>
            <a:r>
              <a:rPr b="1" i="0" lang="en" sz="732" u="none" cap="none" strike="noStrike">
                <a:solidFill>
                  <a:srgbClr val="123243"/>
                </a:solidFill>
                <a:latin typeface="Arial"/>
                <a:ea typeface="Arial"/>
                <a:cs typeface="Arial"/>
                <a:sym typeface="Arial"/>
              </a:rPr>
              <a:t>Inverter</a:t>
            </a:r>
            <a:endParaRPr b="0" i="0" sz="976" u="none" cap="none" strike="noStrike">
              <a:solidFill>
                <a:srgbClr val="000000"/>
              </a:solidFill>
              <a:latin typeface="Arial"/>
              <a:ea typeface="Arial"/>
              <a:cs typeface="Arial"/>
              <a:sym typeface="Arial"/>
            </a:endParaRPr>
          </a:p>
        </p:txBody>
      </p:sp>
      <p:sp>
        <p:nvSpPr>
          <p:cNvPr id="538" name="Google Shape;538;p34"/>
          <p:cNvSpPr/>
          <p:nvPr/>
        </p:nvSpPr>
        <p:spPr>
          <a:xfrm>
            <a:off x="7151409" y="1660009"/>
            <a:ext cx="154800" cy="167400"/>
          </a:xfrm>
          <a:prstGeom prst="rightArrow">
            <a:avLst>
              <a:gd fmla="val 40000" name="adj1"/>
              <a:gd fmla="val 50000" name="adj2"/>
            </a:avLst>
          </a:prstGeom>
          <a:solidFill>
            <a:srgbClr val="E8792B"/>
          </a:solidFill>
          <a:ln>
            <a:noFill/>
          </a:ln>
        </p:spPr>
        <p:txBody>
          <a:bodyPr anchorCtr="0" anchor="ctr" bIns="31850" lIns="63725" spcFirstLastPara="1" rIns="63725" wrap="square" tIns="31850">
            <a:noAutofit/>
          </a:bodyPr>
          <a:lstStyle/>
          <a:p>
            <a:pPr indent="0" lvl="0" marL="0" marR="0" rtl="0" algn="ctr">
              <a:lnSpc>
                <a:spcPct val="100000"/>
              </a:lnSpc>
              <a:spcBef>
                <a:spcPts val="0"/>
              </a:spcBef>
              <a:spcAft>
                <a:spcPts val="0"/>
              </a:spcAft>
              <a:buClr>
                <a:srgbClr val="000000"/>
              </a:buClr>
              <a:buSzPts val="1255"/>
              <a:buFont typeface="Arial"/>
              <a:buNone/>
            </a:pPr>
            <a:r>
              <a:t/>
            </a:r>
            <a:endParaRPr b="0" i="0" sz="1255" u="none" cap="none" strike="noStrike">
              <a:solidFill>
                <a:srgbClr val="000000"/>
              </a:solidFill>
              <a:latin typeface="Calibri"/>
              <a:ea typeface="Calibri"/>
              <a:cs typeface="Calibri"/>
              <a:sym typeface="Calibri"/>
            </a:endParaRPr>
          </a:p>
        </p:txBody>
      </p:sp>
      <p:sp>
        <p:nvSpPr>
          <p:cNvPr id="539" name="Google Shape;539;p34"/>
          <p:cNvSpPr/>
          <p:nvPr/>
        </p:nvSpPr>
        <p:spPr>
          <a:xfrm>
            <a:off x="7329495" y="1435836"/>
            <a:ext cx="1113300" cy="615600"/>
          </a:xfrm>
          <a:prstGeom prst="roundRect">
            <a:avLst>
              <a:gd fmla="val 4500" name="adj"/>
            </a:avLst>
          </a:prstGeom>
          <a:solidFill>
            <a:srgbClr val="FFFFFF"/>
          </a:solidFill>
          <a:ln cap="flat" cmpd="sng" w="13275">
            <a:solidFill>
              <a:srgbClr val="8A4F14"/>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32"/>
              <a:buFont typeface="Arial"/>
              <a:buNone/>
            </a:pPr>
            <a:r>
              <a:rPr b="1" i="0" lang="en" sz="732" u="none" cap="none" strike="noStrike">
                <a:solidFill>
                  <a:srgbClr val="123243"/>
                </a:solidFill>
                <a:latin typeface="Arial"/>
                <a:ea typeface="Arial"/>
                <a:cs typeface="Arial"/>
                <a:sym typeface="Arial"/>
              </a:rPr>
              <a:t>Motor /</a:t>
            </a:r>
            <a:endParaRPr b="0" i="0" sz="976"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732"/>
              <a:buFont typeface="Arial"/>
              <a:buNone/>
            </a:pPr>
            <a:r>
              <a:rPr b="1" i="0" lang="en" sz="732" u="none" cap="none" strike="noStrike">
                <a:solidFill>
                  <a:srgbClr val="123243"/>
                </a:solidFill>
                <a:latin typeface="Arial"/>
                <a:ea typeface="Arial"/>
                <a:cs typeface="Arial"/>
                <a:sym typeface="Arial"/>
              </a:rPr>
              <a:t>final load</a:t>
            </a:r>
            <a:endParaRPr b="0" i="0" sz="976" u="none" cap="none" strike="noStrike">
              <a:solidFill>
                <a:srgbClr val="000000"/>
              </a:solidFill>
              <a:latin typeface="Arial"/>
              <a:ea typeface="Arial"/>
              <a:cs typeface="Arial"/>
              <a:sym typeface="Arial"/>
            </a:endParaRPr>
          </a:p>
        </p:txBody>
      </p:sp>
      <p:sp>
        <p:nvSpPr>
          <p:cNvPr id="540" name="Google Shape;540;p34"/>
          <p:cNvSpPr txBox="1"/>
          <p:nvPr/>
        </p:nvSpPr>
        <p:spPr>
          <a:xfrm>
            <a:off x="393302" y="2212077"/>
            <a:ext cx="1276800" cy="150900"/>
          </a:xfrm>
          <a:prstGeom prst="rect">
            <a:avLst/>
          </a:prstGeom>
          <a:noFill/>
          <a:ln>
            <a:noFill/>
          </a:ln>
        </p:spPr>
        <p:txBody>
          <a:bodyPr anchorCtr="0" anchor="t" bIns="0" lIns="0" spcFirstLastPara="1" rIns="0" wrap="square" tIns="0">
            <a:spAutoFit/>
          </a:bodyPr>
          <a:lstStyle/>
          <a:p>
            <a:pPr indent="0" lvl="0" marL="0" marR="0" rtl="0" algn="ctr">
              <a:lnSpc>
                <a:spcPct val="95000"/>
              </a:lnSpc>
              <a:spcBef>
                <a:spcPts val="0"/>
              </a:spcBef>
              <a:spcAft>
                <a:spcPts val="0"/>
              </a:spcAft>
              <a:buClr>
                <a:srgbClr val="000000"/>
              </a:buClr>
              <a:buSzPts val="516"/>
              <a:buFont typeface="Arial"/>
              <a:buNone/>
            </a:pPr>
            <a:r>
              <a:rPr b="0" i="0" lang="en" sz="516" u="none" cap="none" strike="noStrike">
                <a:solidFill>
                  <a:srgbClr val="6B7F8C"/>
                </a:solidFill>
                <a:latin typeface="Arial"/>
                <a:ea typeface="Arial"/>
                <a:cs typeface="Arial"/>
                <a:sym typeface="Arial"/>
              </a:rPr>
              <a:t>H</a:t>
            </a:r>
            <a:r>
              <a:rPr b="0" baseline="-25000" i="0" lang="en" sz="362" u="none" cap="none" strike="noStrike">
                <a:solidFill>
                  <a:srgbClr val="6B7F8C"/>
                </a:solidFill>
                <a:latin typeface="Arial"/>
                <a:ea typeface="Arial"/>
                <a:cs typeface="Arial"/>
                <a:sym typeface="Arial"/>
              </a:rPr>
              <a:t>2</a:t>
            </a:r>
            <a:r>
              <a:rPr b="0" i="0" lang="en" sz="516" u="none" cap="none" strike="noStrike">
                <a:solidFill>
                  <a:srgbClr val="6B7F8C"/>
                </a:solidFill>
                <a:latin typeface="Arial"/>
                <a:ea typeface="Arial"/>
                <a:cs typeface="Arial"/>
                <a:sym typeface="Arial"/>
              </a:rPr>
              <a:t> / air</a:t>
            </a:r>
            <a:endParaRPr b="0" i="0" sz="976" u="none" cap="none" strike="noStrike">
              <a:solidFill>
                <a:srgbClr val="000000"/>
              </a:solidFill>
              <a:latin typeface="Arial"/>
              <a:ea typeface="Arial"/>
              <a:cs typeface="Arial"/>
              <a:sym typeface="Arial"/>
            </a:endParaRPr>
          </a:p>
          <a:p>
            <a:pPr indent="0" lvl="0" marL="0" marR="0" rtl="0" algn="ctr">
              <a:lnSpc>
                <a:spcPct val="95000"/>
              </a:lnSpc>
              <a:spcBef>
                <a:spcPts val="0"/>
              </a:spcBef>
              <a:spcAft>
                <a:spcPts val="0"/>
              </a:spcAft>
              <a:buClr>
                <a:srgbClr val="000000"/>
              </a:buClr>
              <a:buSzPts val="516"/>
              <a:buFont typeface="Arial"/>
              <a:buNone/>
            </a:pPr>
            <a:r>
              <a:rPr b="0" i="0" lang="en" sz="516" u="none" cap="none" strike="noStrike">
                <a:solidFill>
                  <a:srgbClr val="6B7F8C"/>
                </a:solidFill>
                <a:latin typeface="Arial"/>
                <a:ea typeface="Arial"/>
                <a:cs typeface="Arial"/>
                <a:sym typeface="Arial"/>
              </a:rPr>
              <a:t>pressure, flow</a:t>
            </a:r>
            <a:endParaRPr b="0" i="0" sz="976" u="none" cap="none" strike="noStrike">
              <a:solidFill>
                <a:srgbClr val="000000"/>
              </a:solidFill>
              <a:latin typeface="Arial"/>
              <a:ea typeface="Arial"/>
              <a:cs typeface="Arial"/>
              <a:sym typeface="Arial"/>
            </a:endParaRPr>
          </a:p>
        </p:txBody>
      </p:sp>
      <p:sp>
        <p:nvSpPr>
          <p:cNvPr id="541" name="Google Shape;541;p34"/>
          <p:cNvSpPr txBox="1"/>
          <p:nvPr/>
        </p:nvSpPr>
        <p:spPr>
          <a:xfrm>
            <a:off x="1988208" y="2212077"/>
            <a:ext cx="1276800" cy="150900"/>
          </a:xfrm>
          <a:prstGeom prst="rect">
            <a:avLst/>
          </a:prstGeom>
          <a:noFill/>
          <a:ln>
            <a:noFill/>
          </a:ln>
        </p:spPr>
        <p:txBody>
          <a:bodyPr anchorCtr="0" anchor="t" bIns="0" lIns="0" spcFirstLastPara="1" rIns="0" wrap="square" tIns="0">
            <a:spAutoFit/>
          </a:bodyPr>
          <a:lstStyle/>
          <a:p>
            <a:pPr indent="0" lvl="0" marL="0" marR="0" rtl="0" algn="ctr">
              <a:lnSpc>
                <a:spcPct val="95000"/>
              </a:lnSpc>
              <a:spcBef>
                <a:spcPts val="0"/>
              </a:spcBef>
              <a:spcAft>
                <a:spcPts val="0"/>
              </a:spcAft>
              <a:buClr>
                <a:srgbClr val="000000"/>
              </a:buClr>
              <a:buSzPts val="516"/>
              <a:buFont typeface="Arial"/>
              <a:buNone/>
            </a:pPr>
            <a:r>
              <a:rPr b="0" i="0" lang="en" sz="516" u="none" cap="none" strike="noStrike">
                <a:solidFill>
                  <a:srgbClr val="6B7F8C"/>
                </a:solidFill>
                <a:latin typeface="Arial"/>
                <a:ea typeface="Arial"/>
                <a:cs typeface="Arial"/>
                <a:sym typeface="Arial"/>
              </a:rPr>
              <a:t>stack V, I</a:t>
            </a:r>
            <a:endParaRPr b="0" i="0" sz="976" u="none" cap="none" strike="noStrike">
              <a:solidFill>
                <a:srgbClr val="000000"/>
              </a:solidFill>
              <a:latin typeface="Arial"/>
              <a:ea typeface="Arial"/>
              <a:cs typeface="Arial"/>
              <a:sym typeface="Arial"/>
            </a:endParaRPr>
          </a:p>
          <a:p>
            <a:pPr indent="0" lvl="0" marL="0" marR="0" rtl="0" algn="ctr">
              <a:lnSpc>
                <a:spcPct val="95000"/>
              </a:lnSpc>
              <a:spcBef>
                <a:spcPts val="0"/>
              </a:spcBef>
              <a:spcAft>
                <a:spcPts val="0"/>
              </a:spcAft>
              <a:buClr>
                <a:srgbClr val="000000"/>
              </a:buClr>
              <a:buSzPts val="516"/>
              <a:buFont typeface="Arial"/>
              <a:buNone/>
            </a:pPr>
            <a:r>
              <a:rPr b="0" i="0" lang="en" sz="516" u="none" cap="none" strike="noStrike">
                <a:solidFill>
                  <a:srgbClr val="6B7F8C"/>
                </a:solidFill>
                <a:latin typeface="Arial"/>
                <a:ea typeface="Arial"/>
                <a:cs typeface="Arial"/>
                <a:sym typeface="Arial"/>
              </a:rPr>
              <a:t>cell voltages, T</a:t>
            </a:r>
            <a:endParaRPr b="0" i="0" sz="976" u="none" cap="none" strike="noStrike">
              <a:solidFill>
                <a:srgbClr val="000000"/>
              </a:solidFill>
              <a:latin typeface="Arial"/>
              <a:ea typeface="Arial"/>
              <a:cs typeface="Arial"/>
              <a:sym typeface="Arial"/>
            </a:endParaRPr>
          </a:p>
        </p:txBody>
      </p:sp>
      <p:sp>
        <p:nvSpPr>
          <p:cNvPr id="542" name="Google Shape;542;p34"/>
          <p:cNvSpPr txBox="1"/>
          <p:nvPr/>
        </p:nvSpPr>
        <p:spPr>
          <a:xfrm>
            <a:off x="3303083" y="2212077"/>
            <a:ext cx="1276800" cy="150900"/>
          </a:xfrm>
          <a:prstGeom prst="rect">
            <a:avLst/>
          </a:prstGeom>
          <a:noFill/>
          <a:ln>
            <a:noFill/>
          </a:ln>
        </p:spPr>
        <p:txBody>
          <a:bodyPr anchorCtr="0" anchor="t" bIns="0" lIns="0" spcFirstLastPara="1" rIns="0" wrap="square" tIns="0">
            <a:spAutoFit/>
          </a:bodyPr>
          <a:lstStyle/>
          <a:p>
            <a:pPr indent="0" lvl="0" marL="0" marR="0" rtl="0" algn="ctr">
              <a:lnSpc>
                <a:spcPct val="95000"/>
              </a:lnSpc>
              <a:spcBef>
                <a:spcPts val="0"/>
              </a:spcBef>
              <a:spcAft>
                <a:spcPts val="0"/>
              </a:spcAft>
              <a:buClr>
                <a:srgbClr val="000000"/>
              </a:buClr>
              <a:buSzPts val="516"/>
              <a:buFont typeface="Arial"/>
              <a:buNone/>
            </a:pPr>
            <a:r>
              <a:rPr b="0" i="0" lang="en" sz="516" u="none" cap="none" strike="noStrike">
                <a:solidFill>
                  <a:srgbClr val="6B7F8C"/>
                </a:solidFill>
                <a:latin typeface="Arial"/>
                <a:ea typeface="Arial"/>
                <a:cs typeface="Arial"/>
                <a:sym typeface="Arial"/>
              </a:rPr>
              <a:t>bus V, I</a:t>
            </a:r>
            <a:endParaRPr b="0" i="0" sz="976" u="none" cap="none" strike="noStrike">
              <a:solidFill>
                <a:srgbClr val="000000"/>
              </a:solidFill>
              <a:latin typeface="Arial"/>
              <a:ea typeface="Arial"/>
              <a:cs typeface="Arial"/>
              <a:sym typeface="Arial"/>
            </a:endParaRPr>
          </a:p>
          <a:p>
            <a:pPr indent="0" lvl="0" marL="0" marR="0" rtl="0" algn="ctr">
              <a:lnSpc>
                <a:spcPct val="95000"/>
              </a:lnSpc>
              <a:spcBef>
                <a:spcPts val="0"/>
              </a:spcBef>
              <a:spcAft>
                <a:spcPts val="0"/>
              </a:spcAft>
              <a:buClr>
                <a:srgbClr val="000000"/>
              </a:buClr>
              <a:buSzPts val="516"/>
              <a:buFont typeface="Arial"/>
              <a:buNone/>
            </a:pPr>
            <a:r>
              <a:rPr b="0" i="0" lang="en" sz="516" u="none" cap="none" strike="noStrike">
                <a:solidFill>
                  <a:srgbClr val="6B7F8C"/>
                </a:solidFill>
                <a:latin typeface="Arial"/>
                <a:ea typeface="Arial"/>
                <a:cs typeface="Arial"/>
                <a:sym typeface="Arial"/>
              </a:rPr>
              <a:t>contactor state</a:t>
            </a:r>
            <a:endParaRPr b="0" i="0" sz="976" u="none" cap="none" strike="noStrike">
              <a:solidFill>
                <a:srgbClr val="000000"/>
              </a:solidFill>
              <a:latin typeface="Arial"/>
              <a:ea typeface="Arial"/>
              <a:cs typeface="Arial"/>
              <a:sym typeface="Arial"/>
            </a:endParaRPr>
          </a:p>
        </p:txBody>
      </p:sp>
      <p:sp>
        <p:nvSpPr>
          <p:cNvPr id="543" name="Google Shape;543;p34"/>
          <p:cNvSpPr txBox="1"/>
          <p:nvPr/>
        </p:nvSpPr>
        <p:spPr>
          <a:xfrm>
            <a:off x="4617959" y="2212077"/>
            <a:ext cx="1276800" cy="150900"/>
          </a:xfrm>
          <a:prstGeom prst="rect">
            <a:avLst/>
          </a:prstGeom>
          <a:noFill/>
          <a:ln>
            <a:noFill/>
          </a:ln>
        </p:spPr>
        <p:txBody>
          <a:bodyPr anchorCtr="0" anchor="t" bIns="0" lIns="0" spcFirstLastPara="1" rIns="0" wrap="square" tIns="0">
            <a:spAutoFit/>
          </a:bodyPr>
          <a:lstStyle/>
          <a:p>
            <a:pPr indent="0" lvl="0" marL="0" marR="0" rtl="0" algn="ctr">
              <a:lnSpc>
                <a:spcPct val="95000"/>
              </a:lnSpc>
              <a:spcBef>
                <a:spcPts val="0"/>
              </a:spcBef>
              <a:spcAft>
                <a:spcPts val="0"/>
              </a:spcAft>
              <a:buClr>
                <a:srgbClr val="000000"/>
              </a:buClr>
              <a:buSzPts val="516"/>
              <a:buFont typeface="Arial"/>
              <a:buNone/>
            </a:pPr>
            <a:r>
              <a:rPr b="0" i="0" lang="en" sz="516" u="none" cap="none" strike="noStrike">
                <a:solidFill>
                  <a:srgbClr val="6B7F8C"/>
                </a:solidFill>
                <a:latin typeface="Arial"/>
                <a:ea typeface="Arial"/>
                <a:cs typeface="Arial"/>
                <a:sym typeface="Arial"/>
              </a:rPr>
              <a:t>SOC, V, I</a:t>
            </a:r>
            <a:endParaRPr b="0" i="0" sz="976" u="none" cap="none" strike="noStrike">
              <a:solidFill>
                <a:srgbClr val="000000"/>
              </a:solidFill>
              <a:latin typeface="Arial"/>
              <a:ea typeface="Arial"/>
              <a:cs typeface="Arial"/>
              <a:sym typeface="Arial"/>
            </a:endParaRPr>
          </a:p>
          <a:p>
            <a:pPr indent="0" lvl="0" marL="0" marR="0" rtl="0" algn="ctr">
              <a:lnSpc>
                <a:spcPct val="95000"/>
              </a:lnSpc>
              <a:spcBef>
                <a:spcPts val="0"/>
              </a:spcBef>
              <a:spcAft>
                <a:spcPts val="0"/>
              </a:spcAft>
              <a:buClr>
                <a:srgbClr val="000000"/>
              </a:buClr>
              <a:buSzPts val="516"/>
              <a:buFont typeface="Arial"/>
              <a:buNone/>
            </a:pPr>
            <a:r>
              <a:rPr b="0" i="0" lang="en" sz="516" u="none" cap="none" strike="noStrike">
                <a:solidFill>
                  <a:srgbClr val="6B7F8C"/>
                </a:solidFill>
                <a:latin typeface="Arial"/>
                <a:ea typeface="Arial"/>
                <a:cs typeface="Arial"/>
                <a:sym typeface="Arial"/>
              </a:rPr>
              <a:t>temperature</a:t>
            </a:r>
            <a:endParaRPr b="0" i="0" sz="976" u="none" cap="none" strike="noStrike">
              <a:solidFill>
                <a:srgbClr val="000000"/>
              </a:solidFill>
              <a:latin typeface="Arial"/>
              <a:ea typeface="Arial"/>
              <a:cs typeface="Arial"/>
              <a:sym typeface="Arial"/>
            </a:endParaRPr>
          </a:p>
        </p:txBody>
      </p:sp>
      <p:sp>
        <p:nvSpPr>
          <p:cNvPr id="544" name="Google Shape;544;p34"/>
          <p:cNvSpPr txBox="1"/>
          <p:nvPr/>
        </p:nvSpPr>
        <p:spPr>
          <a:xfrm>
            <a:off x="5932834" y="2212077"/>
            <a:ext cx="1276800" cy="150900"/>
          </a:xfrm>
          <a:prstGeom prst="rect">
            <a:avLst/>
          </a:prstGeom>
          <a:noFill/>
          <a:ln>
            <a:noFill/>
          </a:ln>
        </p:spPr>
        <p:txBody>
          <a:bodyPr anchorCtr="0" anchor="t" bIns="0" lIns="0" spcFirstLastPara="1" rIns="0" wrap="square" tIns="0">
            <a:spAutoFit/>
          </a:bodyPr>
          <a:lstStyle/>
          <a:p>
            <a:pPr indent="0" lvl="0" marL="0" marR="0" rtl="0" algn="ctr">
              <a:lnSpc>
                <a:spcPct val="95000"/>
              </a:lnSpc>
              <a:spcBef>
                <a:spcPts val="0"/>
              </a:spcBef>
              <a:spcAft>
                <a:spcPts val="0"/>
              </a:spcAft>
              <a:buClr>
                <a:srgbClr val="000000"/>
              </a:buClr>
              <a:buSzPts val="516"/>
              <a:buFont typeface="Arial"/>
              <a:buNone/>
            </a:pPr>
            <a:r>
              <a:rPr b="0" i="0" lang="en" sz="516" u="none" cap="none" strike="noStrike">
                <a:solidFill>
                  <a:srgbClr val="6B7F8C"/>
                </a:solidFill>
                <a:latin typeface="Arial"/>
                <a:ea typeface="Arial"/>
                <a:cs typeface="Arial"/>
                <a:sym typeface="Arial"/>
              </a:rPr>
              <a:t>DC-link V</a:t>
            </a:r>
            <a:endParaRPr b="0" i="0" sz="976" u="none" cap="none" strike="noStrike">
              <a:solidFill>
                <a:srgbClr val="000000"/>
              </a:solidFill>
              <a:latin typeface="Arial"/>
              <a:ea typeface="Arial"/>
              <a:cs typeface="Arial"/>
              <a:sym typeface="Arial"/>
            </a:endParaRPr>
          </a:p>
          <a:p>
            <a:pPr indent="0" lvl="0" marL="0" marR="0" rtl="0" algn="ctr">
              <a:lnSpc>
                <a:spcPct val="95000"/>
              </a:lnSpc>
              <a:spcBef>
                <a:spcPts val="0"/>
              </a:spcBef>
              <a:spcAft>
                <a:spcPts val="0"/>
              </a:spcAft>
              <a:buClr>
                <a:srgbClr val="000000"/>
              </a:buClr>
              <a:buSzPts val="516"/>
              <a:buFont typeface="Arial"/>
              <a:buNone/>
            </a:pPr>
            <a:r>
              <a:rPr b="0" i="0" lang="en" sz="516" u="none" cap="none" strike="noStrike">
                <a:solidFill>
                  <a:srgbClr val="6B7F8C"/>
                </a:solidFill>
                <a:latin typeface="Arial"/>
                <a:ea typeface="Arial"/>
                <a:cs typeface="Arial"/>
                <a:sym typeface="Arial"/>
              </a:rPr>
              <a:t>torque feedback</a:t>
            </a:r>
            <a:endParaRPr b="0" i="0" sz="976" u="none" cap="none" strike="noStrike">
              <a:solidFill>
                <a:srgbClr val="000000"/>
              </a:solidFill>
              <a:latin typeface="Arial"/>
              <a:ea typeface="Arial"/>
              <a:cs typeface="Arial"/>
              <a:sym typeface="Arial"/>
            </a:endParaRPr>
          </a:p>
        </p:txBody>
      </p:sp>
      <p:sp>
        <p:nvSpPr>
          <p:cNvPr id="545" name="Google Shape;545;p34"/>
          <p:cNvSpPr txBox="1"/>
          <p:nvPr/>
        </p:nvSpPr>
        <p:spPr>
          <a:xfrm>
            <a:off x="7247709" y="2212077"/>
            <a:ext cx="1276800" cy="150900"/>
          </a:xfrm>
          <a:prstGeom prst="rect">
            <a:avLst/>
          </a:prstGeom>
          <a:noFill/>
          <a:ln>
            <a:noFill/>
          </a:ln>
        </p:spPr>
        <p:txBody>
          <a:bodyPr anchorCtr="0" anchor="t" bIns="0" lIns="0" spcFirstLastPara="1" rIns="0" wrap="square" tIns="0">
            <a:spAutoFit/>
          </a:bodyPr>
          <a:lstStyle/>
          <a:p>
            <a:pPr indent="0" lvl="0" marL="0" marR="0" rtl="0" algn="ctr">
              <a:lnSpc>
                <a:spcPct val="95000"/>
              </a:lnSpc>
              <a:spcBef>
                <a:spcPts val="0"/>
              </a:spcBef>
              <a:spcAft>
                <a:spcPts val="0"/>
              </a:spcAft>
              <a:buClr>
                <a:srgbClr val="000000"/>
              </a:buClr>
              <a:buSzPts val="516"/>
              <a:buFont typeface="Arial"/>
              <a:buNone/>
            </a:pPr>
            <a:r>
              <a:rPr b="0" i="0" lang="en" sz="516" u="none" cap="none" strike="noStrike">
                <a:solidFill>
                  <a:srgbClr val="6B7F8C"/>
                </a:solidFill>
                <a:latin typeface="Arial"/>
                <a:ea typeface="Arial"/>
                <a:cs typeface="Arial"/>
                <a:sym typeface="Arial"/>
              </a:rPr>
              <a:t>power demand</a:t>
            </a:r>
            <a:endParaRPr b="0" i="0" sz="976" u="none" cap="none" strike="noStrike">
              <a:solidFill>
                <a:srgbClr val="000000"/>
              </a:solidFill>
              <a:latin typeface="Arial"/>
              <a:ea typeface="Arial"/>
              <a:cs typeface="Arial"/>
              <a:sym typeface="Arial"/>
            </a:endParaRPr>
          </a:p>
          <a:p>
            <a:pPr indent="0" lvl="0" marL="0" marR="0" rtl="0" algn="ctr">
              <a:lnSpc>
                <a:spcPct val="95000"/>
              </a:lnSpc>
              <a:spcBef>
                <a:spcPts val="0"/>
              </a:spcBef>
              <a:spcAft>
                <a:spcPts val="0"/>
              </a:spcAft>
              <a:buClr>
                <a:srgbClr val="000000"/>
              </a:buClr>
              <a:buSzPts val="516"/>
              <a:buFont typeface="Arial"/>
              <a:buNone/>
            </a:pPr>
            <a:r>
              <a:rPr b="0" i="0" lang="en" sz="516" u="none" cap="none" strike="noStrike">
                <a:solidFill>
                  <a:srgbClr val="6B7F8C"/>
                </a:solidFill>
                <a:latin typeface="Arial"/>
                <a:ea typeface="Arial"/>
                <a:cs typeface="Arial"/>
                <a:sym typeface="Arial"/>
              </a:rPr>
              <a:t>from the load</a:t>
            </a:r>
            <a:endParaRPr b="0" i="0" sz="976" u="none" cap="none" strike="noStrike">
              <a:solidFill>
                <a:srgbClr val="000000"/>
              </a:solidFill>
              <a:latin typeface="Arial"/>
              <a:ea typeface="Arial"/>
              <a:cs typeface="Arial"/>
              <a:sym typeface="Arial"/>
            </a:endParaRPr>
          </a:p>
        </p:txBody>
      </p:sp>
      <p:cxnSp>
        <p:nvCxnSpPr>
          <p:cNvPr id="546" name="Google Shape;546;p34"/>
          <p:cNvCxnSpPr/>
          <p:nvPr/>
        </p:nvCxnSpPr>
        <p:spPr>
          <a:xfrm>
            <a:off x="1031721" y="2064859"/>
            <a:ext cx="0" cy="133800"/>
          </a:xfrm>
          <a:prstGeom prst="straightConnector1">
            <a:avLst/>
          </a:prstGeom>
          <a:noFill/>
          <a:ln cap="flat" cmpd="sng" w="11075">
            <a:solidFill>
              <a:srgbClr val="17607D"/>
            </a:solidFill>
            <a:prstDash val="dash"/>
            <a:round/>
            <a:headEnd len="sm" w="sm" type="none"/>
            <a:tailEnd len="sm" w="sm" type="none"/>
          </a:ln>
          <a:effectLst>
            <a:outerShdw blurRad="27879" rotWithShape="0" dir="5400000" dist="13939">
              <a:srgbClr val="000000">
                <a:alpha val="38040"/>
              </a:srgbClr>
            </a:outerShdw>
          </a:effectLst>
        </p:spPr>
      </p:cxnSp>
      <p:cxnSp>
        <p:nvCxnSpPr>
          <p:cNvPr id="547" name="Google Shape;547;p34"/>
          <p:cNvCxnSpPr/>
          <p:nvPr/>
        </p:nvCxnSpPr>
        <p:spPr>
          <a:xfrm>
            <a:off x="1031721" y="2452979"/>
            <a:ext cx="0" cy="26700"/>
          </a:xfrm>
          <a:prstGeom prst="straightConnector1">
            <a:avLst/>
          </a:prstGeom>
          <a:noFill/>
          <a:ln cap="flat" cmpd="sng" w="11075">
            <a:solidFill>
              <a:srgbClr val="17607D"/>
            </a:solidFill>
            <a:prstDash val="dash"/>
            <a:round/>
            <a:headEnd len="sm" w="sm" type="none"/>
            <a:tailEnd len="sm" w="sm" type="none"/>
          </a:ln>
          <a:effectLst>
            <a:outerShdw blurRad="27879" rotWithShape="0" dir="5400000" dist="13939">
              <a:srgbClr val="000000">
                <a:alpha val="38040"/>
              </a:srgbClr>
            </a:outerShdw>
          </a:effectLst>
        </p:spPr>
      </p:cxnSp>
      <p:sp>
        <p:nvSpPr>
          <p:cNvPr id="548" name="Google Shape;548;p34"/>
          <p:cNvSpPr/>
          <p:nvPr/>
        </p:nvSpPr>
        <p:spPr>
          <a:xfrm>
            <a:off x="984680" y="2379370"/>
            <a:ext cx="94200" cy="100500"/>
          </a:xfrm>
          <a:prstGeom prst="downArrow">
            <a:avLst>
              <a:gd fmla="val 42000" name="adj1"/>
              <a:gd fmla="val 45000" name="adj2"/>
            </a:avLst>
          </a:prstGeom>
          <a:solidFill>
            <a:srgbClr val="17607D"/>
          </a:solidFill>
          <a:ln>
            <a:noFill/>
          </a:ln>
        </p:spPr>
        <p:txBody>
          <a:bodyPr anchorCtr="0" anchor="ctr" bIns="31850" lIns="63725" spcFirstLastPara="1" rIns="63725" wrap="square" tIns="31850">
            <a:noAutofit/>
          </a:bodyPr>
          <a:lstStyle/>
          <a:p>
            <a:pPr indent="0" lvl="0" marL="0" marR="0" rtl="0" algn="ctr">
              <a:lnSpc>
                <a:spcPct val="100000"/>
              </a:lnSpc>
              <a:spcBef>
                <a:spcPts val="0"/>
              </a:spcBef>
              <a:spcAft>
                <a:spcPts val="0"/>
              </a:spcAft>
              <a:buClr>
                <a:srgbClr val="000000"/>
              </a:buClr>
              <a:buSzPts val="1255"/>
              <a:buFont typeface="Arial"/>
              <a:buNone/>
            </a:pPr>
            <a:r>
              <a:t/>
            </a:r>
            <a:endParaRPr b="0" i="0" sz="1255" u="none" cap="none" strike="noStrike">
              <a:solidFill>
                <a:srgbClr val="000000"/>
              </a:solidFill>
              <a:latin typeface="Calibri"/>
              <a:ea typeface="Calibri"/>
              <a:cs typeface="Calibri"/>
              <a:sym typeface="Calibri"/>
            </a:endParaRPr>
          </a:p>
        </p:txBody>
      </p:sp>
      <p:cxnSp>
        <p:nvCxnSpPr>
          <p:cNvPr id="549" name="Google Shape;549;p34"/>
          <p:cNvCxnSpPr/>
          <p:nvPr/>
        </p:nvCxnSpPr>
        <p:spPr>
          <a:xfrm>
            <a:off x="2626627" y="2064859"/>
            <a:ext cx="0" cy="133800"/>
          </a:xfrm>
          <a:prstGeom prst="straightConnector1">
            <a:avLst/>
          </a:prstGeom>
          <a:noFill/>
          <a:ln cap="flat" cmpd="sng" w="11075">
            <a:solidFill>
              <a:srgbClr val="17607D"/>
            </a:solidFill>
            <a:prstDash val="dash"/>
            <a:round/>
            <a:headEnd len="sm" w="sm" type="none"/>
            <a:tailEnd len="sm" w="sm" type="none"/>
          </a:ln>
          <a:effectLst>
            <a:outerShdw blurRad="27879" rotWithShape="0" dir="5400000" dist="13939">
              <a:srgbClr val="000000">
                <a:alpha val="38040"/>
              </a:srgbClr>
            </a:outerShdw>
          </a:effectLst>
        </p:spPr>
      </p:cxnSp>
      <p:cxnSp>
        <p:nvCxnSpPr>
          <p:cNvPr id="550" name="Google Shape;550;p34"/>
          <p:cNvCxnSpPr/>
          <p:nvPr/>
        </p:nvCxnSpPr>
        <p:spPr>
          <a:xfrm>
            <a:off x="2626627" y="2452979"/>
            <a:ext cx="0" cy="26700"/>
          </a:xfrm>
          <a:prstGeom prst="straightConnector1">
            <a:avLst/>
          </a:prstGeom>
          <a:noFill/>
          <a:ln cap="flat" cmpd="sng" w="11075">
            <a:solidFill>
              <a:srgbClr val="17607D"/>
            </a:solidFill>
            <a:prstDash val="dash"/>
            <a:round/>
            <a:headEnd len="sm" w="sm" type="none"/>
            <a:tailEnd len="sm" w="sm" type="none"/>
          </a:ln>
          <a:effectLst>
            <a:outerShdw blurRad="27879" rotWithShape="0" dir="5400000" dist="13939">
              <a:srgbClr val="000000">
                <a:alpha val="38040"/>
              </a:srgbClr>
            </a:outerShdw>
          </a:effectLst>
        </p:spPr>
      </p:cxnSp>
      <p:sp>
        <p:nvSpPr>
          <p:cNvPr id="551" name="Google Shape;551;p34"/>
          <p:cNvSpPr/>
          <p:nvPr/>
        </p:nvSpPr>
        <p:spPr>
          <a:xfrm>
            <a:off x="2579586" y="2379370"/>
            <a:ext cx="94200" cy="100500"/>
          </a:xfrm>
          <a:prstGeom prst="downArrow">
            <a:avLst>
              <a:gd fmla="val 42000" name="adj1"/>
              <a:gd fmla="val 45000" name="adj2"/>
            </a:avLst>
          </a:prstGeom>
          <a:solidFill>
            <a:srgbClr val="17607D"/>
          </a:solidFill>
          <a:ln>
            <a:noFill/>
          </a:ln>
        </p:spPr>
        <p:txBody>
          <a:bodyPr anchorCtr="0" anchor="ctr" bIns="31850" lIns="63725" spcFirstLastPara="1" rIns="63725" wrap="square" tIns="31850">
            <a:noAutofit/>
          </a:bodyPr>
          <a:lstStyle/>
          <a:p>
            <a:pPr indent="0" lvl="0" marL="0" marR="0" rtl="0" algn="ctr">
              <a:lnSpc>
                <a:spcPct val="100000"/>
              </a:lnSpc>
              <a:spcBef>
                <a:spcPts val="0"/>
              </a:spcBef>
              <a:spcAft>
                <a:spcPts val="0"/>
              </a:spcAft>
              <a:buClr>
                <a:srgbClr val="000000"/>
              </a:buClr>
              <a:buSzPts val="1255"/>
              <a:buFont typeface="Arial"/>
              <a:buNone/>
            </a:pPr>
            <a:r>
              <a:t/>
            </a:r>
            <a:endParaRPr b="0" i="0" sz="1255" u="none" cap="none" strike="noStrike">
              <a:solidFill>
                <a:srgbClr val="000000"/>
              </a:solidFill>
              <a:latin typeface="Calibri"/>
              <a:ea typeface="Calibri"/>
              <a:cs typeface="Calibri"/>
              <a:sym typeface="Calibri"/>
            </a:endParaRPr>
          </a:p>
        </p:txBody>
      </p:sp>
      <p:cxnSp>
        <p:nvCxnSpPr>
          <p:cNvPr id="552" name="Google Shape;552;p34"/>
          <p:cNvCxnSpPr/>
          <p:nvPr/>
        </p:nvCxnSpPr>
        <p:spPr>
          <a:xfrm>
            <a:off x="3941503" y="2064859"/>
            <a:ext cx="0" cy="133800"/>
          </a:xfrm>
          <a:prstGeom prst="straightConnector1">
            <a:avLst/>
          </a:prstGeom>
          <a:noFill/>
          <a:ln cap="flat" cmpd="sng" w="11075">
            <a:solidFill>
              <a:srgbClr val="17607D"/>
            </a:solidFill>
            <a:prstDash val="dash"/>
            <a:round/>
            <a:headEnd len="sm" w="sm" type="none"/>
            <a:tailEnd len="sm" w="sm" type="none"/>
          </a:ln>
          <a:effectLst>
            <a:outerShdw blurRad="27879" rotWithShape="0" dir="5400000" dist="13939">
              <a:srgbClr val="000000">
                <a:alpha val="38040"/>
              </a:srgbClr>
            </a:outerShdw>
          </a:effectLst>
        </p:spPr>
      </p:cxnSp>
      <p:cxnSp>
        <p:nvCxnSpPr>
          <p:cNvPr id="553" name="Google Shape;553;p34"/>
          <p:cNvCxnSpPr/>
          <p:nvPr/>
        </p:nvCxnSpPr>
        <p:spPr>
          <a:xfrm>
            <a:off x="3941503" y="2452979"/>
            <a:ext cx="0" cy="26700"/>
          </a:xfrm>
          <a:prstGeom prst="straightConnector1">
            <a:avLst/>
          </a:prstGeom>
          <a:noFill/>
          <a:ln cap="flat" cmpd="sng" w="11075">
            <a:solidFill>
              <a:srgbClr val="17607D"/>
            </a:solidFill>
            <a:prstDash val="dash"/>
            <a:round/>
            <a:headEnd len="sm" w="sm" type="none"/>
            <a:tailEnd len="sm" w="sm" type="none"/>
          </a:ln>
          <a:effectLst>
            <a:outerShdw blurRad="27879" rotWithShape="0" dir="5400000" dist="13939">
              <a:srgbClr val="000000">
                <a:alpha val="38040"/>
              </a:srgbClr>
            </a:outerShdw>
          </a:effectLst>
        </p:spPr>
      </p:cxnSp>
      <p:sp>
        <p:nvSpPr>
          <p:cNvPr id="554" name="Google Shape;554;p34"/>
          <p:cNvSpPr/>
          <p:nvPr/>
        </p:nvSpPr>
        <p:spPr>
          <a:xfrm>
            <a:off x="3894461" y="2379370"/>
            <a:ext cx="94200" cy="100500"/>
          </a:xfrm>
          <a:prstGeom prst="downArrow">
            <a:avLst>
              <a:gd fmla="val 42000" name="adj1"/>
              <a:gd fmla="val 45000" name="adj2"/>
            </a:avLst>
          </a:prstGeom>
          <a:solidFill>
            <a:srgbClr val="17607D"/>
          </a:solidFill>
          <a:ln>
            <a:noFill/>
          </a:ln>
        </p:spPr>
        <p:txBody>
          <a:bodyPr anchorCtr="0" anchor="ctr" bIns="31850" lIns="63725" spcFirstLastPara="1" rIns="63725" wrap="square" tIns="31850">
            <a:noAutofit/>
          </a:bodyPr>
          <a:lstStyle/>
          <a:p>
            <a:pPr indent="0" lvl="0" marL="0" marR="0" rtl="0" algn="ctr">
              <a:lnSpc>
                <a:spcPct val="100000"/>
              </a:lnSpc>
              <a:spcBef>
                <a:spcPts val="0"/>
              </a:spcBef>
              <a:spcAft>
                <a:spcPts val="0"/>
              </a:spcAft>
              <a:buClr>
                <a:srgbClr val="000000"/>
              </a:buClr>
              <a:buSzPts val="1255"/>
              <a:buFont typeface="Arial"/>
              <a:buNone/>
            </a:pPr>
            <a:r>
              <a:t/>
            </a:r>
            <a:endParaRPr b="0" i="0" sz="1255" u="none" cap="none" strike="noStrike">
              <a:solidFill>
                <a:srgbClr val="000000"/>
              </a:solidFill>
              <a:latin typeface="Calibri"/>
              <a:ea typeface="Calibri"/>
              <a:cs typeface="Calibri"/>
              <a:sym typeface="Calibri"/>
            </a:endParaRPr>
          </a:p>
        </p:txBody>
      </p:sp>
      <p:cxnSp>
        <p:nvCxnSpPr>
          <p:cNvPr id="555" name="Google Shape;555;p34"/>
          <p:cNvCxnSpPr/>
          <p:nvPr/>
        </p:nvCxnSpPr>
        <p:spPr>
          <a:xfrm>
            <a:off x="5256378" y="2064859"/>
            <a:ext cx="0" cy="133800"/>
          </a:xfrm>
          <a:prstGeom prst="straightConnector1">
            <a:avLst/>
          </a:prstGeom>
          <a:noFill/>
          <a:ln cap="flat" cmpd="sng" w="11075">
            <a:solidFill>
              <a:srgbClr val="17607D"/>
            </a:solidFill>
            <a:prstDash val="dash"/>
            <a:round/>
            <a:headEnd len="sm" w="sm" type="none"/>
            <a:tailEnd len="sm" w="sm" type="none"/>
          </a:ln>
          <a:effectLst>
            <a:outerShdw blurRad="27879" rotWithShape="0" dir="5400000" dist="13939">
              <a:srgbClr val="000000">
                <a:alpha val="38040"/>
              </a:srgbClr>
            </a:outerShdw>
          </a:effectLst>
        </p:spPr>
      </p:cxnSp>
      <p:cxnSp>
        <p:nvCxnSpPr>
          <p:cNvPr id="556" name="Google Shape;556;p34"/>
          <p:cNvCxnSpPr/>
          <p:nvPr/>
        </p:nvCxnSpPr>
        <p:spPr>
          <a:xfrm>
            <a:off x="5256378" y="2452979"/>
            <a:ext cx="0" cy="26700"/>
          </a:xfrm>
          <a:prstGeom prst="straightConnector1">
            <a:avLst/>
          </a:prstGeom>
          <a:noFill/>
          <a:ln cap="flat" cmpd="sng" w="11075">
            <a:solidFill>
              <a:srgbClr val="17607D"/>
            </a:solidFill>
            <a:prstDash val="dash"/>
            <a:round/>
            <a:headEnd len="sm" w="sm" type="none"/>
            <a:tailEnd len="sm" w="sm" type="none"/>
          </a:ln>
          <a:effectLst>
            <a:outerShdw blurRad="27879" rotWithShape="0" dir="5400000" dist="13939">
              <a:srgbClr val="000000">
                <a:alpha val="38040"/>
              </a:srgbClr>
            </a:outerShdw>
          </a:effectLst>
        </p:spPr>
      </p:cxnSp>
      <p:sp>
        <p:nvSpPr>
          <p:cNvPr id="557" name="Google Shape;557;p34"/>
          <p:cNvSpPr/>
          <p:nvPr/>
        </p:nvSpPr>
        <p:spPr>
          <a:xfrm>
            <a:off x="5209337" y="2379370"/>
            <a:ext cx="94200" cy="100500"/>
          </a:xfrm>
          <a:prstGeom prst="downArrow">
            <a:avLst>
              <a:gd fmla="val 42000" name="adj1"/>
              <a:gd fmla="val 45000" name="adj2"/>
            </a:avLst>
          </a:prstGeom>
          <a:solidFill>
            <a:srgbClr val="17607D"/>
          </a:solidFill>
          <a:ln>
            <a:noFill/>
          </a:ln>
        </p:spPr>
        <p:txBody>
          <a:bodyPr anchorCtr="0" anchor="ctr" bIns="31850" lIns="63725" spcFirstLastPara="1" rIns="63725" wrap="square" tIns="31850">
            <a:noAutofit/>
          </a:bodyPr>
          <a:lstStyle/>
          <a:p>
            <a:pPr indent="0" lvl="0" marL="0" marR="0" rtl="0" algn="ctr">
              <a:lnSpc>
                <a:spcPct val="100000"/>
              </a:lnSpc>
              <a:spcBef>
                <a:spcPts val="0"/>
              </a:spcBef>
              <a:spcAft>
                <a:spcPts val="0"/>
              </a:spcAft>
              <a:buClr>
                <a:srgbClr val="000000"/>
              </a:buClr>
              <a:buSzPts val="1255"/>
              <a:buFont typeface="Arial"/>
              <a:buNone/>
            </a:pPr>
            <a:r>
              <a:t/>
            </a:r>
            <a:endParaRPr b="0" i="0" sz="1255" u="none" cap="none" strike="noStrike">
              <a:solidFill>
                <a:srgbClr val="000000"/>
              </a:solidFill>
              <a:latin typeface="Calibri"/>
              <a:ea typeface="Calibri"/>
              <a:cs typeface="Calibri"/>
              <a:sym typeface="Calibri"/>
            </a:endParaRPr>
          </a:p>
        </p:txBody>
      </p:sp>
      <p:cxnSp>
        <p:nvCxnSpPr>
          <p:cNvPr id="558" name="Google Shape;558;p34"/>
          <p:cNvCxnSpPr/>
          <p:nvPr/>
        </p:nvCxnSpPr>
        <p:spPr>
          <a:xfrm>
            <a:off x="6571254" y="2064859"/>
            <a:ext cx="0" cy="133800"/>
          </a:xfrm>
          <a:prstGeom prst="straightConnector1">
            <a:avLst/>
          </a:prstGeom>
          <a:noFill/>
          <a:ln cap="flat" cmpd="sng" w="11075">
            <a:solidFill>
              <a:srgbClr val="17607D"/>
            </a:solidFill>
            <a:prstDash val="dash"/>
            <a:round/>
            <a:headEnd len="sm" w="sm" type="none"/>
            <a:tailEnd len="sm" w="sm" type="none"/>
          </a:ln>
          <a:effectLst>
            <a:outerShdw blurRad="27879" rotWithShape="0" dir="5400000" dist="13939">
              <a:srgbClr val="000000">
                <a:alpha val="38040"/>
              </a:srgbClr>
            </a:outerShdw>
          </a:effectLst>
        </p:spPr>
      </p:cxnSp>
      <p:cxnSp>
        <p:nvCxnSpPr>
          <p:cNvPr id="559" name="Google Shape;559;p34"/>
          <p:cNvCxnSpPr/>
          <p:nvPr/>
        </p:nvCxnSpPr>
        <p:spPr>
          <a:xfrm>
            <a:off x="6571254" y="2452979"/>
            <a:ext cx="0" cy="26700"/>
          </a:xfrm>
          <a:prstGeom prst="straightConnector1">
            <a:avLst/>
          </a:prstGeom>
          <a:noFill/>
          <a:ln cap="flat" cmpd="sng" w="11075">
            <a:solidFill>
              <a:srgbClr val="17607D"/>
            </a:solidFill>
            <a:prstDash val="dash"/>
            <a:round/>
            <a:headEnd len="sm" w="sm" type="none"/>
            <a:tailEnd len="sm" w="sm" type="none"/>
          </a:ln>
          <a:effectLst>
            <a:outerShdw blurRad="27879" rotWithShape="0" dir="5400000" dist="13939">
              <a:srgbClr val="000000">
                <a:alpha val="38040"/>
              </a:srgbClr>
            </a:outerShdw>
          </a:effectLst>
        </p:spPr>
      </p:cxnSp>
      <p:sp>
        <p:nvSpPr>
          <p:cNvPr id="560" name="Google Shape;560;p34"/>
          <p:cNvSpPr/>
          <p:nvPr/>
        </p:nvSpPr>
        <p:spPr>
          <a:xfrm>
            <a:off x="6524212" y="2379370"/>
            <a:ext cx="94200" cy="100500"/>
          </a:xfrm>
          <a:prstGeom prst="downArrow">
            <a:avLst>
              <a:gd fmla="val 42000" name="adj1"/>
              <a:gd fmla="val 45000" name="adj2"/>
            </a:avLst>
          </a:prstGeom>
          <a:solidFill>
            <a:srgbClr val="17607D"/>
          </a:solidFill>
          <a:ln>
            <a:noFill/>
          </a:ln>
        </p:spPr>
        <p:txBody>
          <a:bodyPr anchorCtr="0" anchor="ctr" bIns="31850" lIns="63725" spcFirstLastPara="1" rIns="63725" wrap="square" tIns="31850">
            <a:noAutofit/>
          </a:bodyPr>
          <a:lstStyle/>
          <a:p>
            <a:pPr indent="0" lvl="0" marL="0" marR="0" rtl="0" algn="ctr">
              <a:lnSpc>
                <a:spcPct val="100000"/>
              </a:lnSpc>
              <a:spcBef>
                <a:spcPts val="0"/>
              </a:spcBef>
              <a:spcAft>
                <a:spcPts val="0"/>
              </a:spcAft>
              <a:buClr>
                <a:srgbClr val="000000"/>
              </a:buClr>
              <a:buSzPts val="1255"/>
              <a:buFont typeface="Arial"/>
              <a:buNone/>
            </a:pPr>
            <a:r>
              <a:t/>
            </a:r>
            <a:endParaRPr b="0" i="0" sz="1255" u="none" cap="none" strike="noStrike">
              <a:solidFill>
                <a:srgbClr val="000000"/>
              </a:solidFill>
              <a:latin typeface="Calibri"/>
              <a:ea typeface="Calibri"/>
              <a:cs typeface="Calibri"/>
              <a:sym typeface="Calibri"/>
            </a:endParaRPr>
          </a:p>
        </p:txBody>
      </p:sp>
      <p:cxnSp>
        <p:nvCxnSpPr>
          <p:cNvPr id="561" name="Google Shape;561;p34"/>
          <p:cNvCxnSpPr/>
          <p:nvPr/>
        </p:nvCxnSpPr>
        <p:spPr>
          <a:xfrm>
            <a:off x="7496441" y="2018967"/>
            <a:ext cx="0" cy="127500"/>
          </a:xfrm>
          <a:prstGeom prst="straightConnector1">
            <a:avLst/>
          </a:prstGeom>
          <a:noFill/>
          <a:ln cap="flat" cmpd="sng" w="11075">
            <a:solidFill>
              <a:srgbClr val="17607D"/>
            </a:solidFill>
            <a:prstDash val="dash"/>
            <a:round/>
            <a:headEnd len="sm" w="sm" type="none"/>
            <a:tailEnd len="sm" w="sm" type="none"/>
          </a:ln>
          <a:effectLst>
            <a:outerShdw blurRad="27879" rotWithShape="0" dir="5400000" dist="13939">
              <a:srgbClr val="000000">
                <a:alpha val="38040"/>
              </a:srgbClr>
            </a:outerShdw>
          </a:effectLst>
        </p:spPr>
      </p:cxnSp>
      <p:cxnSp>
        <p:nvCxnSpPr>
          <p:cNvPr id="562" name="Google Shape;562;p34"/>
          <p:cNvCxnSpPr/>
          <p:nvPr/>
        </p:nvCxnSpPr>
        <p:spPr>
          <a:xfrm>
            <a:off x="7496441" y="2388604"/>
            <a:ext cx="0" cy="25500"/>
          </a:xfrm>
          <a:prstGeom prst="straightConnector1">
            <a:avLst/>
          </a:prstGeom>
          <a:noFill/>
          <a:ln cap="flat" cmpd="sng" w="11075">
            <a:solidFill>
              <a:srgbClr val="17607D"/>
            </a:solidFill>
            <a:prstDash val="dash"/>
            <a:round/>
            <a:headEnd len="sm" w="sm" type="none"/>
            <a:tailEnd len="sm" w="sm" type="none"/>
          </a:ln>
          <a:effectLst>
            <a:outerShdw blurRad="27879" rotWithShape="0" dir="5400000" dist="13939">
              <a:srgbClr val="000000">
                <a:alpha val="38040"/>
              </a:srgbClr>
            </a:outerShdw>
          </a:effectLst>
        </p:spPr>
      </p:cxnSp>
      <p:sp>
        <p:nvSpPr>
          <p:cNvPr id="563" name="Google Shape;563;p34"/>
          <p:cNvSpPr/>
          <p:nvPr/>
        </p:nvSpPr>
        <p:spPr>
          <a:xfrm>
            <a:off x="7451829" y="2318500"/>
            <a:ext cx="89400" cy="95700"/>
          </a:xfrm>
          <a:prstGeom prst="downArrow">
            <a:avLst>
              <a:gd fmla="val 42000" name="adj1"/>
              <a:gd fmla="val 45000" name="adj2"/>
            </a:avLst>
          </a:prstGeom>
          <a:solidFill>
            <a:srgbClr val="17607D"/>
          </a:solidFill>
          <a:ln>
            <a:noFill/>
          </a:ln>
        </p:spPr>
        <p:txBody>
          <a:bodyPr anchorCtr="0" anchor="ctr" bIns="31850" lIns="63725" spcFirstLastPara="1" rIns="63725" wrap="square" tIns="31850">
            <a:noAutofit/>
          </a:bodyPr>
          <a:lstStyle/>
          <a:p>
            <a:pPr indent="0" lvl="0" marL="0" marR="0" rtl="0" algn="ctr">
              <a:lnSpc>
                <a:spcPct val="100000"/>
              </a:lnSpc>
              <a:spcBef>
                <a:spcPts val="0"/>
              </a:spcBef>
              <a:spcAft>
                <a:spcPts val="0"/>
              </a:spcAft>
              <a:buClr>
                <a:srgbClr val="000000"/>
              </a:buClr>
              <a:buSzPts val="1255"/>
              <a:buFont typeface="Arial"/>
              <a:buNone/>
            </a:pPr>
            <a:r>
              <a:t/>
            </a:r>
            <a:endParaRPr b="0" i="0" sz="1255" u="none" cap="none" strike="noStrike">
              <a:solidFill>
                <a:srgbClr val="000000"/>
              </a:solidFill>
              <a:latin typeface="Calibri"/>
              <a:ea typeface="Calibri"/>
              <a:cs typeface="Calibri"/>
              <a:sym typeface="Calibri"/>
            </a:endParaRPr>
          </a:p>
        </p:txBody>
      </p:sp>
      <p:sp>
        <p:nvSpPr>
          <p:cNvPr id="564" name="Google Shape;564;p34"/>
          <p:cNvSpPr/>
          <p:nvPr/>
        </p:nvSpPr>
        <p:spPr>
          <a:xfrm>
            <a:off x="342900" y="2479746"/>
            <a:ext cx="8220900" cy="281100"/>
          </a:xfrm>
          <a:prstGeom prst="roundRect">
            <a:avLst>
              <a:gd fmla="val 4500" name="adj"/>
            </a:avLst>
          </a:prstGeom>
          <a:solidFill>
            <a:srgbClr val="E3EEF4"/>
          </a:solidFill>
          <a:ln cap="flat" cmpd="sng" w="11500">
            <a:solidFill>
              <a:srgbClr val="17607D"/>
            </a:solidFill>
            <a:prstDash val="dash"/>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55"/>
              <a:buFont typeface="Arial"/>
              <a:buNone/>
            </a:pPr>
            <a:r>
              <a:t/>
            </a:r>
            <a:endParaRPr b="0" i="0" sz="1255" u="none" cap="none" strike="noStrike">
              <a:solidFill>
                <a:srgbClr val="000000"/>
              </a:solidFill>
              <a:latin typeface="Calibri"/>
              <a:ea typeface="Calibri"/>
              <a:cs typeface="Calibri"/>
              <a:sym typeface="Calibri"/>
            </a:endParaRPr>
          </a:p>
        </p:txBody>
      </p:sp>
      <p:sp>
        <p:nvSpPr>
          <p:cNvPr id="565" name="Google Shape;565;p34"/>
          <p:cNvSpPr txBox="1"/>
          <p:nvPr/>
        </p:nvSpPr>
        <p:spPr>
          <a:xfrm>
            <a:off x="477304" y="2479746"/>
            <a:ext cx="7951800" cy="105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683"/>
              <a:buFont typeface="Arial"/>
              <a:buNone/>
            </a:pPr>
            <a:r>
              <a:rPr b="1" i="0" lang="en" sz="683" u="none" cap="none" strike="noStrike">
                <a:solidFill>
                  <a:srgbClr val="17607D"/>
                </a:solidFill>
                <a:latin typeface="Arial"/>
                <a:ea typeface="Arial"/>
                <a:cs typeface="Arial"/>
                <a:sym typeface="Arial"/>
              </a:rPr>
              <a:t>LOW-POWER SIGNAL LAYER     ·     measurements up ↑     ·     commands down ↓     ·     galvanically isolated from the power path</a:t>
            </a:r>
            <a:endParaRPr b="0" i="0" sz="976" u="none" cap="none" strike="noStrike">
              <a:solidFill>
                <a:srgbClr val="000000"/>
              </a:solidFill>
              <a:latin typeface="Arial"/>
              <a:ea typeface="Arial"/>
              <a:cs typeface="Arial"/>
              <a:sym typeface="Arial"/>
            </a:endParaRPr>
          </a:p>
        </p:txBody>
      </p:sp>
      <p:sp>
        <p:nvSpPr>
          <p:cNvPr id="566" name="Google Shape;566;p34"/>
          <p:cNvSpPr/>
          <p:nvPr/>
        </p:nvSpPr>
        <p:spPr>
          <a:xfrm>
            <a:off x="4372671" y="2780873"/>
            <a:ext cx="161400" cy="227400"/>
          </a:xfrm>
          <a:prstGeom prst="upDownArrow">
            <a:avLst>
              <a:gd fmla="val 45000" name="adj1"/>
              <a:gd fmla="val 50000" name="adj2"/>
            </a:avLst>
          </a:prstGeom>
          <a:solidFill>
            <a:srgbClr val="17607D"/>
          </a:solidFill>
          <a:ln>
            <a:noFill/>
          </a:ln>
        </p:spPr>
        <p:txBody>
          <a:bodyPr anchorCtr="0" anchor="ctr" bIns="31850" lIns="63725" spcFirstLastPara="1" rIns="63725" wrap="square" tIns="31850">
            <a:noAutofit/>
          </a:bodyPr>
          <a:lstStyle/>
          <a:p>
            <a:pPr indent="0" lvl="0" marL="0" marR="0" rtl="0" algn="ctr">
              <a:lnSpc>
                <a:spcPct val="100000"/>
              </a:lnSpc>
              <a:spcBef>
                <a:spcPts val="0"/>
              </a:spcBef>
              <a:spcAft>
                <a:spcPts val="0"/>
              </a:spcAft>
              <a:buClr>
                <a:srgbClr val="000000"/>
              </a:buClr>
              <a:buSzPts val="1255"/>
              <a:buFont typeface="Arial"/>
              <a:buNone/>
            </a:pPr>
            <a:r>
              <a:t/>
            </a:r>
            <a:endParaRPr b="0" i="0" sz="1255" u="none" cap="none" strike="noStrike">
              <a:solidFill>
                <a:srgbClr val="000000"/>
              </a:solidFill>
              <a:latin typeface="Calibri"/>
              <a:ea typeface="Calibri"/>
              <a:cs typeface="Calibri"/>
              <a:sym typeface="Calibri"/>
            </a:endParaRPr>
          </a:p>
        </p:txBody>
      </p:sp>
      <p:sp>
        <p:nvSpPr>
          <p:cNvPr id="567" name="Google Shape;567;p34"/>
          <p:cNvSpPr txBox="1"/>
          <p:nvPr/>
        </p:nvSpPr>
        <p:spPr>
          <a:xfrm>
            <a:off x="4587718" y="2787564"/>
            <a:ext cx="2822700" cy="92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599"/>
              <a:buFont typeface="Arial"/>
              <a:buNone/>
            </a:pPr>
            <a:r>
              <a:rPr b="0" i="1" lang="en" sz="599" u="none" cap="none" strike="noStrike">
                <a:solidFill>
                  <a:srgbClr val="17607D"/>
                </a:solidFill>
                <a:latin typeface="Arial"/>
                <a:ea typeface="Arial"/>
                <a:cs typeface="Arial"/>
                <a:sym typeface="Arial"/>
              </a:rPr>
              <a:t>the ECU's only connection to the energy path</a:t>
            </a:r>
            <a:endParaRPr b="0" i="0" sz="976" u="none" cap="none" strike="noStrike">
              <a:solidFill>
                <a:srgbClr val="000000"/>
              </a:solidFill>
              <a:latin typeface="Arial"/>
              <a:ea typeface="Arial"/>
              <a:cs typeface="Arial"/>
              <a:sym typeface="Arial"/>
            </a:endParaRPr>
          </a:p>
        </p:txBody>
      </p:sp>
      <p:sp>
        <p:nvSpPr>
          <p:cNvPr id="568" name="Google Shape;568;p34"/>
          <p:cNvSpPr/>
          <p:nvPr/>
        </p:nvSpPr>
        <p:spPr>
          <a:xfrm>
            <a:off x="2907666" y="3028467"/>
            <a:ext cx="3091200" cy="1204500"/>
          </a:xfrm>
          <a:prstGeom prst="roundRect">
            <a:avLst>
              <a:gd fmla="val 4500" name="adj"/>
            </a:avLst>
          </a:prstGeom>
          <a:solidFill>
            <a:srgbClr val="0E445B"/>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55"/>
              <a:buFont typeface="Arial"/>
              <a:buNone/>
            </a:pPr>
            <a:r>
              <a:t/>
            </a:r>
            <a:endParaRPr b="0" i="0" sz="1255" u="none" cap="none" strike="noStrike">
              <a:solidFill>
                <a:srgbClr val="000000"/>
              </a:solidFill>
              <a:latin typeface="Calibri"/>
              <a:ea typeface="Calibri"/>
              <a:cs typeface="Calibri"/>
              <a:sym typeface="Calibri"/>
            </a:endParaRPr>
          </a:p>
        </p:txBody>
      </p:sp>
      <p:sp>
        <p:nvSpPr>
          <p:cNvPr id="569" name="Google Shape;569;p34"/>
          <p:cNvSpPr txBox="1"/>
          <p:nvPr/>
        </p:nvSpPr>
        <p:spPr>
          <a:xfrm>
            <a:off x="3068951" y="3148918"/>
            <a:ext cx="2768700" cy="7797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045"/>
              <a:buFont typeface="Arial"/>
              <a:buNone/>
            </a:pPr>
            <a:r>
              <a:rPr b="1" i="0" lang="en" sz="1045" u="none" cap="none" strike="noStrike">
                <a:solidFill>
                  <a:srgbClr val="FFFFFF"/>
                </a:solidFill>
                <a:latin typeface="Arial"/>
                <a:ea typeface="Arial"/>
                <a:cs typeface="Arial"/>
                <a:sym typeface="Arial"/>
              </a:rPr>
              <a:t>MICROCONTROLLER  /  ECU</a:t>
            </a:r>
            <a:endParaRPr b="0" i="0" sz="976" u="none" cap="none" strike="noStrike">
              <a:solidFill>
                <a:srgbClr val="000000"/>
              </a:solidFill>
              <a:latin typeface="Arial"/>
              <a:ea typeface="Arial"/>
              <a:cs typeface="Arial"/>
              <a:sym typeface="Arial"/>
            </a:endParaRPr>
          </a:p>
          <a:p>
            <a:pPr indent="0" lvl="0" marL="0" marR="0" rtl="0" algn="ctr">
              <a:lnSpc>
                <a:spcPct val="115000"/>
              </a:lnSpc>
              <a:spcBef>
                <a:spcPts val="627"/>
              </a:spcBef>
              <a:spcAft>
                <a:spcPts val="0"/>
              </a:spcAft>
              <a:buClr>
                <a:srgbClr val="000000"/>
              </a:buClr>
              <a:buSzPts val="697"/>
              <a:buFont typeface="Arial"/>
              <a:buNone/>
            </a:pPr>
            <a:r>
              <a:rPr b="0" i="0" lang="en" sz="697" u="none" cap="none" strike="noStrike">
                <a:solidFill>
                  <a:srgbClr val="FFFFFF"/>
                </a:solidFill>
                <a:latin typeface="Arial"/>
                <a:ea typeface="Arial"/>
                <a:cs typeface="Arial"/>
                <a:sym typeface="Arial"/>
              </a:rPr>
              <a:t>state machine  ·  closed-loop control</a:t>
            </a:r>
            <a:endParaRPr b="0" i="0" sz="976" u="none" cap="none" strike="noStrike">
              <a:solidFill>
                <a:srgbClr val="000000"/>
              </a:solidFill>
              <a:latin typeface="Arial"/>
              <a:ea typeface="Arial"/>
              <a:cs typeface="Arial"/>
              <a:sym typeface="Arial"/>
            </a:endParaRPr>
          </a:p>
          <a:p>
            <a:pPr indent="0" lvl="0" marL="0" marR="0" rtl="0" algn="ctr">
              <a:lnSpc>
                <a:spcPct val="115000"/>
              </a:lnSpc>
              <a:spcBef>
                <a:spcPts val="0"/>
              </a:spcBef>
              <a:spcAft>
                <a:spcPts val="0"/>
              </a:spcAft>
              <a:buClr>
                <a:srgbClr val="000000"/>
              </a:buClr>
              <a:buSzPts val="697"/>
              <a:buFont typeface="Arial"/>
              <a:buNone/>
            </a:pPr>
            <a:r>
              <a:rPr b="0" i="0" lang="en" sz="697" u="none" cap="none" strike="noStrike">
                <a:solidFill>
                  <a:srgbClr val="FFFFFF"/>
                </a:solidFill>
                <a:latin typeface="Arial"/>
                <a:ea typeface="Arial"/>
                <a:cs typeface="Arial"/>
                <a:sym typeface="Arial"/>
              </a:rPr>
              <a:t>operating limits and derating</a:t>
            </a:r>
            <a:endParaRPr b="0" i="0" sz="976" u="none" cap="none" strike="noStrike">
              <a:solidFill>
                <a:srgbClr val="000000"/>
              </a:solidFill>
              <a:latin typeface="Arial"/>
              <a:ea typeface="Arial"/>
              <a:cs typeface="Arial"/>
              <a:sym typeface="Arial"/>
            </a:endParaRPr>
          </a:p>
          <a:p>
            <a:pPr indent="0" lvl="0" marL="0" marR="0" rtl="0" algn="ctr">
              <a:lnSpc>
                <a:spcPct val="115000"/>
              </a:lnSpc>
              <a:spcBef>
                <a:spcPts val="0"/>
              </a:spcBef>
              <a:spcAft>
                <a:spcPts val="0"/>
              </a:spcAft>
              <a:buClr>
                <a:srgbClr val="000000"/>
              </a:buClr>
              <a:buSzPts val="697"/>
              <a:buFont typeface="Arial"/>
              <a:buNone/>
            </a:pPr>
            <a:r>
              <a:rPr b="0" i="0" lang="en" sz="697" u="none" cap="none" strike="noStrike">
                <a:solidFill>
                  <a:srgbClr val="FFFFFF"/>
                </a:solidFill>
                <a:latin typeface="Arial"/>
                <a:ea typeface="Arial"/>
                <a:cs typeface="Arial"/>
                <a:sym typeface="Arial"/>
              </a:rPr>
              <a:t>diagnostics  ·  fault response  ·  safe shutdown</a:t>
            </a:r>
            <a:endParaRPr b="0" i="0" sz="976" u="none" cap="none" strike="noStrike">
              <a:solidFill>
                <a:srgbClr val="000000"/>
              </a:solidFill>
              <a:latin typeface="Arial"/>
              <a:ea typeface="Arial"/>
              <a:cs typeface="Arial"/>
              <a:sym typeface="Arial"/>
            </a:endParaRPr>
          </a:p>
          <a:p>
            <a:pPr indent="0" lvl="0" marL="0" marR="0" rtl="0" algn="ctr">
              <a:lnSpc>
                <a:spcPct val="100000"/>
              </a:lnSpc>
              <a:spcBef>
                <a:spcPts val="558"/>
              </a:spcBef>
              <a:spcAft>
                <a:spcPts val="0"/>
              </a:spcAft>
              <a:buClr>
                <a:srgbClr val="000000"/>
              </a:buClr>
              <a:buSzPts val="627"/>
              <a:buFont typeface="Arial"/>
              <a:buNone/>
            </a:pPr>
            <a:r>
              <a:rPr b="0" i="1" lang="en" sz="627" u="none" cap="none" strike="noStrike">
                <a:solidFill>
                  <a:srgbClr val="9FC4D4"/>
                </a:solidFill>
                <a:latin typeface="Arial"/>
                <a:ea typeface="Arial"/>
                <a:cs typeface="Arial"/>
                <a:sym typeface="Arial"/>
              </a:rPr>
              <a:t>CAN to the vehicle or site controller</a:t>
            </a:r>
            <a:endParaRPr b="0" i="0" sz="976" u="none" cap="none" strike="noStrike">
              <a:solidFill>
                <a:srgbClr val="000000"/>
              </a:solidFill>
              <a:latin typeface="Arial"/>
              <a:ea typeface="Arial"/>
              <a:cs typeface="Arial"/>
              <a:sym typeface="Arial"/>
            </a:endParaRPr>
          </a:p>
        </p:txBody>
      </p:sp>
      <p:sp>
        <p:nvSpPr>
          <p:cNvPr id="570" name="Google Shape;570;p34"/>
          <p:cNvSpPr/>
          <p:nvPr/>
        </p:nvSpPr>
        <p:spPr>
          <a:xfrm>
            <a:off x="342900" y="3028467"/>
            <a:ext cx="2298300" cy="1204500"/>
          </a:xfrm>
          <a:prstGeom prst="roundRect">
            <a:avLst>
              <a:gd fmla="val 4500" name="adj"/>
            </a:avLst>
          </a:prstGeom>
          <a:solidFill>
            <a:srgbClr val="FFFFFF"/>
          </a:solidFill>
          <a:ln cap="flat" cmpd="sng" w="9725">
            <a:solidFill>
              <a:srgbClr val="17607D"/>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55"/>
              <a:buFont typeface="Arial"/>
              <a:buNone/>
            </a:pPr>
            <a:r>
              <a:t/>
            </a:r>
            <a:endParaRPr b="0" i="0" sz="1255" u="none" cap="none" strike="noStrike">
              <a:solidFill>
                <a:srgbClr val="000000"/>
              </a:solidFill>
              <a:latin typeface="Calibri"/>
              <a:ea typeface="Calibri"/>
              <a:cs typeface="Calibri"/>
              <a:sym typeface="Calibri"/>
            </a:endParaRPr>
          </a:p>
        </p:txBody>
      </p:sp>
      <p:sp>
        <p:nvSpPr>
          <p:cNvPr id="571" name="Google Shape;571;p34"/>
          <p:cNvSpPr/>
          <p:nvPr/>
        </p:nvSpPr>
        <p:spPr>
          <a:xfrm>
            <a:off x="342900" y="3028467"/>
            <a:ext cx="2298300" cy="36900"/>
          </a:xfrm>
          <a:prstGeom prst="rect">
            <a:avLst/>
          </a:prstGeom>
          <a:solidFill>
            <a:srgbClr val="17607D"/>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55"/>
              <a:buFont typeface="Arial"/>
              <a:buNone/>
            </a:pPr>
            <a:r>
              <a:t/>
            </a:r>
            <a:endParaRPr b="0" i="0" sz="1255" u="none" cap="none" strike="noStrike">
              <a:solidFill>
                <a:srgbClr val="000000"/>
              </a:solidFill>
              <a:latin typeface="Calibri"/>
              <a:ea typeface="Calibri"/>
              <a:cs typeface="Calibri"/>
              <a:sym typeface="Calibri"/>
            </a:endParaRPr>
          </a:p>
        </p:txBody>
      </p:sp>
      <p:sp>
        <p:nvSpPr>
          <p:cNvPr id="572" name="Google Shape;572;p34"/>
          <p:cNvSpPr txBox="1"/>
          <p:nvPr/>
        </p:nvSpPr>
        <p:spPr>
          <a:xfrm>
            <a:off x="450423" y="3135535"/>
            <a:ext cx="2083500" cy="973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697"/>
              <a:buFont typeface="Arial"/>
              <a:buNone/>
            </a:pPr>
            <a:r>
              <a:rPr b="1" i="0" lang="en" sz="697" u="none" cap="none" strike="noStrike">
                <a:solidFill>
                  <a:srgbClr val="17607D"/>
                </a:solidFill>
                <a:latin typeface="Arial"/>
                <a:ea typeface="Arial"/>
                <a:cs typeface="Arial"/>
                <a:sym typeface="Arial"/>
              </a:rPr>
              <a:t>SENSOR INPUTS   →</a:t>
            </a:r>
            <a:endParaRPr b="0" i="0" sz="976" u="none" cap="none" strike="noStrike">
              <a:solidFill>
                <a:srgbClr val="000000"/>
              </a:solidFill>
              <a:latin typeface="Arial"/>
              <a:ea typeface="Arial"/>
              <a:cs typeface="Arial"/>
              <a:sym typeface="Arial"/>
            </a:endParaRPr>
          </a:p>
          <a:p>
            <a:pPr indent="0" lvl="0" marL="0" marR="0" rtl="0" algn="l">
              <a:lnSpc>
                <a:spcPct val="102000"/>
              </a:lnSpc>
              <a:spcBef>
                <a:spcPts val="348"/>
              </a:spcBef>
              <a:spcAft>
                <a:spcPts val="0"/>
              </a:spcAft>
              <a:buClr>
                <a:srgbClr val="000000"/>
              </a:buClr>
              <a:buSzPts val="605"/>
              <a:buFont typeface="Arial"/>
              <a:buNone/>
            </a:pPr>
            <a:r>
              <a:rPr b="0" i="0" lang="en" sz="606" u="none" cap="none" strike="noStrike">
                <a:solidFill>
                  <a:srgbClr val="3A4E5A"/>
                </a:solidFill>
                <a:latin typeface="Arial"/>
                <a:ea typeface="Arial"/>
                <a:cs typeface="Arial"/>
                <a:sym typeface="Arial"/>
              </a:rPr>
              <a:t>·  Stack voltage and current</a:t>
            </a:r>
            <a:endParaRPr b="0" i="0" sz="976" u="none" cap="none" strike="noStrike">
              <a:solidFill>
                <a:srgbClr val="000000"/>
              </a:solidFill>
              <a:latin typeface="Arial"/>
              <a:ea typeface="Arial"/>
              <a:cs typeface="Arial"/>
              <a:sym typeface="Arial"/>
            </a:endParaRPr>
          </a:p>
          <a:p>
            <a:pPr indent="0" lvl="0" marL="0" marR="0" rtl="0" algn="l">
              <a:lnSpc>
                <a:spcPct val="102000"/>
              </a:lnSpc>
              <a:spcBef>
                <a:spcPts val="70"/>
              </a:spcBef>
              <a:spcAft>
                <a:spcPts val="0"/>
              </a:spcAft>
              <a:buClr>
                <a:srgbClr val="000000"/>
              </a:buClr>
              <a:buSzPts val="605"/>
              <a:buFont typeface="Arial"/>
              <a:buNone/>
            </a:pPr>
            <a:r>
              <a:rPr b="0" i="0" lang="en" sz="606" u="none" cap="none" strike="noStrike">
                <a:solidFill>
                  <a:srgbClr val="3A4E5A"/>
                </a:solidFill>
                <a:latin typeface="Arial"/>
                <a:ea typeface="Arial"/>
                <a:cs typeface="Arial"/>
                <a:sym typeface="Arial"/>
              </a:rPr>
              <a:t>·  Individual cell voltages</a:t>
            </a:r>
            <a:endParaRPr b="0" i="0" sz="976" u="none" cap="none" strike="noStrike">
              <a:solidFill>
                <a:srgbClr val="000000"/>
              </a:solidFill>
              <a:latin typeface="Arial"/>
              <a:ea typeface="Arial"/>
              <a:cs typeface="Arial"/>
              <a:sym typeface="Arial"/>
            </a:endParaRPr>
          </a:p>
          <a:p>
            <a:pPr indent="0" lvl="0" marL="0" marR="0" rtl="0" algn="l">
              <a:lnSpc>
                <a:spcPct val="102000"/>
              </a:lnSpc>
              <a:spcBef>
                <a:spcPts val="70"/>
              </a:spcBef>
              <a:spcAft>
                <a:spcPts val="0"/>
              </a:spcAft>
              <a:buClr>
                <a:srgbClr val="000000"/>
              </a:buClr>
              <a:buSzPts val="605"/>
              <a:buFont typeface="Arial"/>
              <a:buNone/>
            </a:pPr>
            <a:r>
              <a:rPr b="0" i="0" lang="en" sz="606" u="none" cap="none" strike="noStrike">
                <a:solidFill>
                  <a:srgbClr val="3A4E5A"/>
                </a:solidFill>
                <a:latin typeface="Arial"/>
                <a:ea typeface="Arial"/>
                <a:cs typeface="Arial"/>
                <a:sym typeface="Arial"/>
              </a:rPr>
              <a:t>·  H</a:t>
            </a:r>
            <a:r>
              <a:rPr b="0" baseline="-25000" i="0" lang="en" sz="425" u="none" cap="none" strike="noStrike">
                <a:solidFill>
                  <a:srgbClr val="3A4E5A"/>
                </a:solidFill>
                <a:latin typeface="Arial"/>
                <a:ea typeface="Arial"/>
                <a:cs typeface="Arial"/>
                <a:sym typeface="Arial"/>
              </a:rPr>
              <a:t>2</a:t>
            </a:r>
            <a:r>
              <a:rPr b="0" i="0" lang="en" sz="606" u="none" cap="none" strike="noStrike">
                <a:solidFill>
                  <a:srgbClr val="3A4E5A"/>
                </a:solidFill>
                <a:latin typeface="Arial"/>
                <a:ea typeface="Arial"/>
                <a:cs typeface="Arial"/>
                <a:sym typeface="Arial"/>
              </a:rPr>
              <a:t> pressure and flow</a:t>
            </a:r>
            <a:endParaRPr b="0" i="0" sz="976" u="none" cap="none" strike="noStrike">
              <a:solidFill>
                <a:srgbClr val="000000"/>
              </a:solidFill>
              <a:latin typeface="Arial"/>
              <a:ea typeface="Arial"/>
              <a:cs typeface="Arial"/>
              <a:sym typeface="Arial"/>
            </a:endParaRPr>
          </a:p>
          <a:p>
            <a:pPr indent="0" lvl="0" marL="0" marR="0" rtl="0" algn="l">
              <a:lnSpc>
                <a:spcPct val="102000"/>
              </a:lnSpc>
              <a:spcBef>
                <a:spcPts val="70"/>
              </a:spcBef>
              <a:spcAft>
                <a:spcPts val="0"/>
              </a:spcAft>
              <a:buClr>
                <a:srgbClr val="000000"/>
              </a:buClr>
              <a:buSzPts val="605"/>
              <a:buFont typeface="Arial"/>
              <a:buNone/>
            </a:pPr>
            <a:r>
              <a:rPr b="0" i="0" lang="en" sz="606" u="none" cap="none" strike="noStrike">
                <a:solidFill>
                  <a:srgbClr val="3A4E5A"/>
                </a:solidFill>
                <a:latin typeface="Arial"/>
                <a:ea typeface="Arial"/>
                <a:cs typeface="Arial"/>
                <a:sym typeface="Arial"/>
              </a:rPr>
              <a:t>·  Air pressure and flow</a:t>
            </a:r>
            <a:endParaRPr b="0" i="0" sz="976" u="none" cap="none" strike="noStrike">
              <a:solidFill>
                <a:srgbClr val="000000"/>
              </a:solidFill>
              <a:latin typeface="Arial"/>
              <a:ea typeface="Arial"/>
              <a:cs typeface="Arial"/>
              <a:sym typeface="Arial"/>
            </a:endParaRPr>
          </a:p>
          <a:p>
            <a:pPr indent="0" lvl="0" marL="0" marR="0" rtl="0" algn="l">
              <a:lnSpc>
                <a:spcPct val="102000"/>
              </a:lnSpc>
              <a:spcBef>
                <a:spcPts val="70"/>
              </a:spcBef>
              <a:spcAft>
                <a:spcPts val="0"/>
              </a:spcAft>
              <a:buClr>
                <a:srgbClr val="000000"/>
              </a:buClr>
              <a:buSzPts val="605"/>
              <a:buFont typeface="Arial"/>
              <a:buNone/>
            </a:pPr>
            <a:r>
              <a:rPr b="0" i="0" lang="en" sz="606" u="none" cap="none" strike="noStrike">
                <a:solidFill>
                  <a:srgbClr val="3A4E5A"/>
                </a:solidFill>
                <a:latin typeface="Arial"/>
                <a:ea typeface="Arial"/>
                <a:cs typeface="Arial"/>
                <a:sym typeface="Arial"/>
              </a:rPr>
              <a:t>·  Stack and coolant temperature</a:t>
            </a:r>
            <a:endParaRPr b="0" i="0" sz="976" u="none" cap="none" strike="noStrike">
              <a:solidFill>
                <a:srgbClr val="000000"/>
              </a:solidFill>
              <a:latin typeface="Arial"/>
              <a:ea typeface="Arial"/>
              <a:cs typeface="Arial"/>
              <a:sym typeface="Arial"/>
            </a:endParaRPr>
          </a:p>
          <a:p>
            <a:pPr indent="0" lvl="0" marL="0" marR="0" rtl="0" algn="l">
              <a:lnSpc>
                <a:spcPct val="102000"/>
              </a:lnSpc>
              <a:spcBef>
                <a:spcPts val="70"/>
              </a:spcBef>
              <a:spcAft>
                <a:spcPts val="0"/>
              </a:spcAft>
              <a:buClr>
                <a:srgbClr val="000000"/>
              </a:buClr>
              <a:buSzPts val="605"/>
              <a:buFont typeface="Arial"/>
              <a:buNone/>
            </a:pPr>
            <a:r>
              <a:rPr b="0" i="0" lang="en" sz="606" u="none" cap="none" strike="noStrike">
                <a:solidFill>
                  <a:srgbClr val="3A4E5A"/>
                </a:solidFill>
                <a:latin typeface="Arial"/>
                <a:ea typeface="Arial"/>
                <a:cs typeface="Arial"/>
                <a:sym typeface="Arial"/>
              </a:rPr>
              <a:t>·  Humidity / hydration proxy</a:t>
            </a:r>
            <a:endParaRPr b="0" i="0" sz="976" u="none" cap="none" strike="noStrike">
              <a:solidFill>
                <a:srgbClr val="000000"/>
              </a:solidFill>
              <a:latin typeface="Arial"/>
              <a:ea typeface="Arial"/>
              <a:cs typeface="Arial"/>
              <a:sym typeface="Arial"/>
            </a:endParaRPr>
          </a:p>
          <a:p>
            <a:pPr indent="0" lvl="0" marL="0" marR="0" rtl="0" algn="l">
              <a:lnSpc>
                <a:spcPct val="102000"/>
              </a:lnSpc>
              <a:spcBef>
                <a:spcPts val="70"/>
              </a:spcBef>
              <a:spcAft>
                <a:spcPts val="0"/>
              </a:spcAft>
              <a:buClr>
                <a:srgbClr val="000000"/>
              </a:buClr>
              <a:buSzPts val="605"/>
              <a:buFont typeface="Arial"/>
              <a:buNone/>
            </a:pPr>
            <a:r>
              <a:rPr b="0" i="0" lang="en" sz="606" u="none" cap="none" strike="noStrike">
                <a:solidFill>
                  <a:srgbClr val="3A4E5A"/>
                </a:solidFill>
                <a:latin typeface="Arial"/>
                <a:ea typeface="Arial"/>
                <a:cs typeface="Arial"/>
                <a:sym typeface="Arial"/>
              </a:rPr>
              <a:t>·  Coolant flow</a:t>
            </a:r>
            <a:endParaRPr b="0" i="0" sz="976" u="none" cap="none" strike="noStrike">
              <a:solidFill>
                <a:srgbClr val="000000"/>
              </a:solidFill>
              <a:latin typeface="Arial"/>
              <a:ea typeface="Arial"/>
              <a:cs typeface="Arial"/>
              <a:sym typeface="Arial"/>
            </a:endParaRPr>
          </a:p>
          <a:p>
            <a:pPr indent="0" lvl="0" marL="0" marR="0" rtl="0" algn="l">
              <a:lnSpc>
                <a:spcPct val="102000"/>
              </a:lnSpc>
              <a:spcBef>
                <a:spcPts val="70"/>
              </a:spcBef>
              <a:spcAft>
                <a:spcPts val="0"/>
              </a:spcAft>
              <a:buClr>
                <a:srgbClr val="000000"/>
              </a:buClr>
              <a:buSzPts val="605"/>
              <a:buFont typeface="Arial"/>
              <a:buNone/>
            </a:pPr>
            <a:r>
              <a:rPr b="0" i="0" lang="en" sz="606" u="none" cap="none" strike="noStrike">
                <a:solidFill>
                  <a:srgbClr val="3A4E5A"/>
                </a:solidFill>
                <a:latin typeface="Arial"/>
                <a:ea typeface="Arial"/>
                <a:cs typeface="Arial"/>
                <a:sym typeface="Arial"/>
              </a:rPr>
              <a:t>·  Hydrogen leak detection</a:t>
            </a:r>
            <a:endParaRPr b="0" i="0" sz="976" u="none" cap="none" strike="noStrike">
              <a:solidFill>
                <a:srgbClr val="000000"/>
              </a:solidFill>
              <a:latin typeface="Arial"/>
              <a:ea typeface="Arial"/>
              <a:cs typeface="Arial"/>
              <a:sym typeface="Arial"/>
            </a:endParaRPr>
          </a:p>
        </p:txBody>
      </p:sp>
      <p:sp>
        <p:nvSpPr>
          <p:cNvPr id="573" name="Google Shape;573;p34"/>
          <p:cNvSpPr/>
          <p:nvPr/>
        </p:nvSpPr>
        <p:spPr>
          <a:xfrm>
            <a:off x="6265417" y="3028467"/>
            <a:ext cx="2298300" cy="1204500"/>
          </a:xfrm>
          <a:prstGeom prst="roundRect">
            <a:avLst>
              <a:gd fmla="val 4500" name="adj"/>
            </a:avLst>
          </a:prstGeom>
          <a:solidFill>
            <a:srgbClr val="FFFFFF"/>
          </a:solidFill>
          <a:ln cap="flat" cmpd="sng" w="9725">
            <a:solidFill>
              <a:srgbClr val="E8792B"/>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55"/>
              <a:buFont typeface="Arial"/>
              <a:buNone/>
            </a:pPr>
            <a:r>
              <a:t/>
            </a:r>
            <a:endParaRPr b="0" i="0" sz="1255" u="none" cap="none" strike="noStrike">
              <a:solidFill>
                <a:srgbClr val="000000"/>
              </a:solidFill>
              <a:latin typeface="Calibri"/>
              <a:ea typeface="Calibri"/>
              <a:cs typeface="Calibri"/>
              <a:sym typeface="Calibri"/>
            </a:endParaRPr>
          </a:p>
        </p:txBody>
      </p:sp>
      <p:sp>
        <p:nvSpPr>
          <p:cNvPr id="574" name="Google Shape;574;p34"/>
          <p:cNvSpPr/>
          <p:nvPr/>
        </p:nvSpPr>
        <p:spPr>
          <a:xfrm>
            <a:off x="6265417" y="3028467"/>
            <a:ext cx="2298300" cy="36900"/>
          </a:xfrm>
          <a:prstGeom prst="rect">
            <a:avLst/>
          </a:prstGeom>
          <a:solidFill>
            <a:srgbClr val="E8792B"/>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55"/>
              <a:buFont typeface="Arial"/>
              <a:buNone/>
            </a:pPr>
            <a:r>
              <a:t/>
            </a:r>
            <a:endParaRPr b="0" i="0" sz="1255" u="none" cap="none" strike="noStrike">
              <a:solidFill>
                <a:srgbClr val="000000"/>
              </a:solidFill>
              <a:latin typeface="Calibri"/>
              <a:ea typeface="Calibri"/>
              <a:cs typeface="Calibri"/>
              <a:sym typeface="Calibri"/>
            </a:endParaRPr>
          </a:p>
        </p:txBody>
      </p:sp>
      <p:sp>
        <p:nvSpPr>
          <p:cNvPr id="575" name="Google Shape;575;p34"/>
          <p:cNvSpPr txBox="1"/>
          <p:nvPr/>
        </p:nvSpPr>
        <p:spPr>
          <a:xfrm>
            <a:off x="6372941" y="3135535"/>
            <a:ext cx="2083500" cy="973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697"/>
              <a:buFont typeface="Arial"/>
              <a:buNone/>
            </a:pPr>
            <a:r>
              <a:rPr b="1" i="0" lang="en" sz="697" u="none" cap="none" strike="noStrike">
                <a:solidFill>
                  <a:srgbClr val="E8792B"/>
                </a:solidFill>
                <a:latin typeface="Arial"/>
                <a:ea typeface="Arial"/>
                <a:cs typeface="Arial"/>
                <a:sym typeface="Arial"/>
              </a:rPr>
              <a:t>→   ACTUATOR OUTPUTS</a:t>
            </a:r>
            <a:endParaRPr b="0" i="0" sz="976" u="none" cap="none" strike="noStrike">
              <a:solidFill>
                <a:srgbClr val="000000"/>
              </a:solidFill>
              <a:latin typeface="Arial"/>
              <a:ea typeface="Arial"/>
              <a:cs typeface="Arial"/>
              <a:sym typeface="Arial"/>
            </a:endParaRPr>
          </a:p>
          <a:p>
            <a:pPr indent="0" lvl="0" marL="0" marR="0" rtl="0" algn="l">
              <a:lnSpc>
                <a:spcPct val="102000"/>
              </a:lnSpc>
              <a:spcBef>
                <a:spcPts val="348"/>
              </a:spcBef>
              <a:spcAft>
                <a:spcPts val="0"/>
              </a:spcAft>
              <a:buClr>
                <a:srgbClr val="000000"/>
              </a:buClr>
              <a:buSzPts val="605"/>
              <a:buFont typeface="Arial"/>
              <a:buNone/>
            </a:pPr>
            <a:r>
              <a:rPr b="0" i="0" lang="en" sz="606" u="none" cap="none" strike="noStrike">
                <a:solidFill>
                  <a:srgbClr val="3A4E5A"/>
                </a:solidFill>
                <a:latin typeface="Arial"/>
                <a:ea typeface="Arial"/>
                <a:cs typeface="Arial"/>
                <a:sym typeface="Arial"/>
              </a:rPr>
              <a:t>·  H</a:t>
            </a:r>
            <a:r>
              <a:rPr b="0" baseline="-25000" i="0" lang="en" sz="425" u="none" cap="none" strike="noStrike">
                <a:solidFill>
                  <a:srgbClr val="3A4E5A"/>
                </a:solidFill>
                <a:latin typeface="Arial"/>
                <a:ea typeface="Arial"/>
                <a:cs typeface="Arial"/>
                <a:sym typeface="Arial"/>
              </a:rPr>
              <a:t>2</a:t>
            </a:r>
            <a:r>
              <a:rPr b="0" i="0" lang="en" sz="606" u="none" cap="none" strike="noStrike">
                <a:solidFill>
                  <a:srgbClr val="3A4E5A"/>
                </a:solidFill>
                <a:latin typeface="Arial"/>
                <a:ea typeface="Arial"/>
                <a:cs typeface="Arial"/>
                <a:sym typeface="Arial"/>
              </a:rPr>
              <a:t> shut-off, regulator, purge valves</a:t>
            </a:r>
            <a:endParaRPr b="0" i="0" sz="976" u="none" cap="none" strike="noStrike">
              <a:solidFill>
                <a:srgbClr val="000000"/>
              </a:solidFill>
              <a:latin typeface="Arial"/>
              <a:ea typeface="Arial"/>
              <a:cs typeface="Arial"/>
              <a:sym typeface="Arial"/>
            </a:endParaRPr>
          </a:p>
          <a:p>
            <a:pPr indent="0" lvl="0" marL="0" marR="0" rtl="0" algn="l">
              <a:lnSpc>
                <a:spcPct val="102000"/>
              </a:lnSpc>
              <a:spcBef>
                <a:spcPts val="70"/>
              </a:spcBef>
              <a:spcAft>
                <a:spcPts val="0"/>
              </a:spcAft>
              <a:buClr>
                <a:srgbClr val="000000"/>
              </a:buClr>
              <a:buSzPts val="605"/>
              <a:buFont typeface="Arial"/>
              <a:buNone/>
            </a:pPr>
            <a:r>
              <a:rPr b="0" i="0" lang="en" sz="606" u="none" cap="none" strike="noStrike">
                <a:solidFill>
                  <a:srgbClr val="3A4E5A"/>
                </a:solidFill>
                <a:latin typeface="Arial"/>
                <a:ea typeface="Arial"/>
                <a:cs typeface="Arial"/>
                <a:sym typeface="Arial"/>
              </a:rPr>
              <a:t>·  Recirculation pump or ejector</a:t>
            </a:r>
            <a:endParaRPr b="0" i="0" sz="976" u="none" cap="none" strike="noStrike">
              <a:solidFill>
                <a:srgbClr val="000000"/>
              </a:solidFill>
              <a:latin typeface="Arial"/>
              <a:ea typeface="Arial"/>
              <a:cs typeface="Arial"/>
              <a:sym typeface="Arial"/>
            </a:endParaRPr>
          </a:p>
          <a:p>
            <a:pPr indent="0" lvl="0" marL="0" marR="0" rtl="0" algn="l">
              <a:lnSpc>
                <a:spcPct val="102000"/>
              </a:lnSpc>
              <a:spcBef>
                <a:spcPts val="70"/>
              </a:spcBef>
              <a:spcAft>
                <a:spcPts val="0"/>
              </a:spcAft>
              <a:buClr>
                <a:srgbClr val="000000"/>
              </a:buClr>
              <a:buSzPts val="605"/>
              <a:buFont typeface="Arial"/>
              <a:buNone/>
            </a:pPr>
            <a:r>
              <a:rPr b="0" i="0" lang="en" sz="606" u="none" cap="none" strike="noStrike">
                <a:solidFill>
                  <a:srgbClr val="3A4E5A"/>
                </a:solidFill>
                <a:latin typeface="Arial"/>
                <a:ea typeface="Arial"/>
                <a:cs typeface="Arial"/>
                <a:sym typeface="Arial"/>
              </a:rPr>
              <a:t>·  Air compressor / blower</a:t>
            </a:r>
            <a:endParaRPr b="0" i="0" sz="976" u="none" cap="none" strike="noStrike">
              <a:solidFill>
                <a:srgbClr val="000000"/>
              </a:solidFill>
              <a:latin typeface="Arial"/>
              <a:ea typeface="Arial"/>
              <a:cs typeface="Arial"/>
              <a:sym typeface="Arial"/>
            </a:endParaRPr>
          </a:p>
          <a:p>
            <a:pPr indent="0" lvl="0" marL="0" marR="0" rtl="0" algn="l">
              <a:lnSpc>
                <a:spcPct val="102000"/>
              </a:lnSpc>
              <a:spcBef>
                <a:spcPts val="70"/>
              </a:spcBef>
              <a:spcAft>
                <a:spcPts val="0"/>
              </a:spcAft>
              <a:buClr>
                <a:srgbClr val="000000"/>
              </a:buClr>
              <a:buSzPts val="605"/>
              <a:buFont typeface="Arial"/>
              <a:buNone/>
            </a:pPr>
            <a:r>
              <a:rPr b="0" i="0" lang="en" sz="606" u="none" cap="none" strike="noStrike">
                <a:solidFill>
                  <a:srgbClr val="3A4E5A"/>
                </a:solidFill>
                <a:latin typeface="Arial"/>
                <a:ea typeface="Arial"/>
                <a:cs typeface="Arial"/>
                <a:sym typeface="Arial"/>
              </a:rPr>
              <a:t>·  Coolant pump and fan</a:t>
            </a:r>
            <a:endParaRPr b="0" i="0" sz="976" u="none" cap="none" strike="noStrike">
              <a:solidFill>
                <a:srgbClr val="000000"/>
              </a:solidFill>
              <a:latin typeface="Arial"/>
              <a:ea typeface="Arial"/>
              <a:cs typeface="Arial"/>
              <a:sym typeface="Arial"/>
            </a:endParaRPr>
          </a:p>
          <a:p>
            <a:pPr indent="0" lvl="0" marL="0" marR="0" rtl="0" algn="l">
              <a:lnSpc>
                <a:spcPct val="102000"/>
              </a:lnSpc>
              <a:spcBef>
                <a:spcPts val="70"/>
              </a:spcBef>
              <a:spcAft>
                <a:spcPts val="0"/>
              </a:spcAft>
              <a:buClr>
                <a:srgbClr val="000000"/>
              </a:buClr>
              <a:buSzPts val="605"/>
              <a:buFont typeface="Arial"/>
              <a:buNone/>
            </a:pPr>
            <a:r>
              <a:rPr b="0" i="0" lang="en" sz="606" u="none" cap="none" strike="noStrike">
                <a:solidFill>
                  <a:srgbClr val="3A4E5A"/>
                </a:solidFill>
                <a:latin typeface="Arial"/>
                <a:ea typeface="Arial"/>
                <a:cs typeface="Arial"/>
                <a:sym typeface="Arial"/>
              </a:rPr>
              <a:t>·  Humidification or bypass</a:t>
            </a:r>
            <a:endParaRPr b="0" i="0" sz="976" u="none" cap="none" strike="noStrike">
              <a:solidFill>
                <a:srgbClr val="000000"/>
              </a:solidFill>
              <a:latin typeface="Arial"/>
              <a:ea typeface="Arial"/>
              <a:cs typeface="Arial"/>
              <a:sym typeface="Arial"/>
            </a:endParaRPr>
          </a:p>
          <a:p>
            <a:pPr indent="0" lvl="0" marL="0" marR="0" rtl="0" algn="l">
              <a:lnSpc>
                <a:spcPct val="102000"/>
              </a:lnSpc>
              <a:spcBef>
                <a:spcPts val="70"/>
              </a:spcBef>
              <a:spcAft>
                <a:spcPts val="0"/>
              </a:spcAft>
              <a:buClr>
                <a:srgbClr val="000000"/>
              </a:buClr>
              <a:buSzPts val="605"/>
              <a:buFont typeface="Arial"/>
              <a:buNone/>
            </a:pPr>
            <a:r>
              <a:rPr b="0" i="0" lang="en" sz="606" u="none" cap="none" strike="noStrike">
                <a:solidFill>
                  <a:srgbClr val="3A4E5A"/>
                </a:solidFill>
                <a:latin typeface="Arial"/>
                <a:ea typeface="Arial"/>
                <a:cs typeface="Arial"/>
                <a:sym typeface="Arial"/>
              </a:rPr>
              <a:t>·  Contactors + emergency shutdown</a:t>
            </a:r>
            <a:endParaRPr b="0" i="0" sz="976" u="none" cap="none" strike="noStrike">
              <a:solidFill>
                <a:srgbClr val="000000"/>
              </a:solidFill>
              <a:latin typeface="Arial"/>
              <a:ea typeface="Arial"/>
              <a:cs typeface="Arial"/>
              <a:sym typeface="Arial"/>
            </a:endParaRPr>
          </a:p>
          <a:p>
            <a:pPr indent="0" lvl="0" marL="0" marR="0" rtl="0" algn="l">
              <a:lnSpc>
                <a:spcPct val="102000"/>
              </a:lnSpc>
              <a:spcBef>
                <a:spcPts val="70"/>
              </a:spcBef>
              <a:spcAft>
                <a:spcPts val="0"/>
              </a:spcAft>
              <a:buClr>
                <a:srgbClr val="000000"/>
              </a:buClr>
              <a:buSzPts val="605"/>
              <a:buFont typeface="Arial"/>
              <a:buNone/>
            </a:pPr>
            <a:r>
              <a:rPr b="0" i="0" lang="en" sz="606" u="none" cap="none" strike="noStrike">
                <a:solidFill>
                  <a:srgbClr val="3A4E5A"/>
                </a:solidFill>
                <a:latin typeface="Arial"/>
                <a:ea typeface="Arial"/>
                <a:cs typeface="Arial"/>
                <a:sym typeface="Arial"/>
              </a:rPr>
              <a:t>·  DC-DC voltage / current setpoint</a:t>
            </a:r>
            <a:endParaRPr b="0" i="0" sz="976" u="none" cap="none" strike="noStrike">
              <a:solidFill>
                <a:srgbClr val="000000"/>
              </a:solidFill>
              <a:latin typeface="Arial"/>
              <a:ea typeface="Arial"/>
              <a:cs typeface="Arial"/>
              <a:sym typeface="Arial"/>
            </a:endParaRPr>
          </a:p>
          <a:p>
            <a:pPr indent="0" lvl="0" marL="0" marR="0" rtl="0" algn="l">
              <a:lnSpc>
                <a:spcPct val="102000"/>
              </a:lnSpc>
              <a:spcBef>
                <a:spcPts val="70"/>
              </a:spcBef>
              <a:spcAft>
                <a:spcPts val="0"/>
              </a:spcAft>
              <a:buClr>
                <a:srgbClr val="000000"/>
              </a:buClr>
              <a:buSzPts val="605"/>
              <a:buFont typeface="Arial"/>
              <a:buNone/>
            </a:pPr>
            <a:r>
              <a:rPr b="0" i="0" lang="en" sz="606" u="none" cap="none" strike="noStrike">
                <a:solidFill>
                  <a:srgbClr val="3A4E5A"/>
                </a:solidFill>
                <a:latin typeface="Arial"/>
                <a:ea typeface="Arial"/>
                <a:cs typeface="Arial"/>
                <a:sym typeface="Arial"/>
              </a:rPr>
              <a:t>·  Inverter torque or load interface</a:t>
            </a:r>
            <a:endParaRPr b="0" i="0" sz="976" u="none" cap="none" strike="noStrike">
              <a:solidFill>
                <a:srgbClr val="000000"/>
              </a:solidFill>
              <a:latin typeface="Arial"/>
              <a:ea typeface="Arial"/>
              <a:cs typeface="Arial"/>
              <a:sym typeface="Arial"/>
            </a:endParaRPr>
          </a:p>
        </p:txBody>
      </p:sp>
      <p:sp>
        <p:nvSpPr>
          <p:cNvPr id="576" name="Google Shape;576;p34"/>
          <p:cNvSpPr/>
          <p:nvPr/>
        </p:nvSpPr>
        <p:spPr>
          <a:xfrm>
            <a:off x="2674811" y="3563805"/>
            <a:ext cx="199200" cy="133800"/>
          </a:xfrm>
          <a:prstGeom prst="rightArrow">
            <a:avLst>
              <a:gd fmla="val 42000" name="adj1"/>
              <a:gd fmla="val 45000" name="adj2"/>
            </a:avLst>
          </a:prstGeom>
          <a:solidFill>
            <a:srgbClr val="17607D"/>
          </a:solidFill>
          <a:ln>
            <a:noFill/>
          </a:ln>
        </p:spPr>
        <p:txBody>
          <a:bodyPr anchorCtr="0" anchor="ctr" bIns="31850" lIns="63725" spcFirstLastPara="1" rIns="63725" wrap="square" tIns="31850">
            <a:noAutofit/>
          </a:bodyPr>
          <a:lstStyle/>
          <a:p>
            <a:pPr indent="0" lvl="0" marL="0" marR="0" rtl="0" algn="ctr">
              <a:lnSpc>
                <a:spcPct val="100000"/>
              </a:lnSpc>
              <a:spcBef>
                <a:spcPts val="0"/>
              </a:spcBef>
              <a:spcAft>
                <a:spcPts val="0"/>
              </a:spcAft>
              <a:buClr>
                <a:srgbClr val="000000"/>
              </a:buClr>
              <a:buSzPts val="1255"/>
              <a:buFont typeface="Arial"/>
              <a:buNone/>
            </a:pPr>
            <a:r>
              <a:t/>
            </a:r>
            <a:endParaRPr b="0" i="0" sz="1255" u="none" cap="none" strike="noStrike">
              <a:solidFill>
                <a:srgbClr val="000000"/>
              </a:solidFill>
              <a:latin typeface="Calibri"/>
              <a:ea typeface="Calibri"/>
              <a:cs typeface="Calibri"/>
              <a:sym typeface="Calibri"/>
            </a:endParaRPr>
          </a:p>
        </p:txBody>
      </p:sp>
      <p:sp>
        <p:nvSpPr>
          <p:cNvPr id="577" name="Google Shape;577;p34"/>
          <p:cNvSpPr/>
          <p:nvPr/>
        </p:nvSpPr>
        <p:spPr>
          <a:xfrm>
            <a:off x="6032562" y="3563805"/>
            <a:ext cx="199200" cy="133800"/>
          </a:xfrm>
          <a:prstGeom prst="rightArrow">
            <a:avLst>
              <a:gd fmla="val 42000" name="adj1"/>
              <a:gd fmla="val 45000" name="adj2"/>
            </a:avLst>
          </a:prstGeom>
          <a:solidFill>
            <a:srgbClr val="E8792B"/>
          </a:solidFill>
          <a:ln>
            <a:noFill/>
          </a:ln>
        </p:spPr>
        <p:txBody>
          <a:bodyPr anchorCtr="0" anchor="ctr" bIns="31850" lIns="63725" spcFirstLastPara="1" rIns="63725" wrap="square" tIns="31850">
            <a:noAutofit/>
          </a:bodyPr>
          <a:lstStyle/>
          <a:p>
            <a:pPr indent="0" lvl="0" marL="0" marR="0" rtl="0" algn="ctr">
              <a:lnSpc>
                <a:spcPct val="100000"/>
              </a:lnSpc>
              <a:spcBef>
                <a:spcPts val="0"/>
              </a:spcBef>
              <a:spcAft>
                <a:spcPts val="0"/>
              </a:spcAft>
              <a:buClr>
                <a:srgbClr val="000000"/>
              </a:buClr>
              <a:buSzPts val="1255"/>
              <a:buFont typeface="Arial"/>
              <a:buNone/>
            </a:pPr>
            <a:r>
              <a:t/>
            </a:r>
            <a:endParaRPr b="0" i="0" sz="1255" u="none" cap="none" strike="noStrike">
              <a:solidFill>
                <a:srgbClr val="000000"/>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2" name="Shape 582"/>
        <p:cNvGrpSpPr/>
        <p:nvPr/>
      </p:nvGrpSpPr>
      <p:grpSpPr>
        <a:xfrm>
          <a:off x="0" y="0"/>
          <a:ext cx="0" cy="0"/>
          <a:chOff x="0" y="0"/>
          <a:chExt cx="0" cy="0"/>
        </a:xfrm>
      </p:grpSpPr>
      <p:sp>
        <p:nvSpPr>
          <p:cNvPr id="583" name="Google Shape;583;p35"/>
          <p:cNvSpPr txBox="1"/>
          <p:nvPr/>
        </p:nvSpPr>
        <p:spPr>
          <a:xfrm>
            <a:off x="342901" y="274320"/>
            <a:ext cx="8389500" cy="1509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700">
                <a:solidFill>
                  <a:srgbClr val="C77A12"/>
                </a:solidFill>
                <a:latin typeface="Arial"/>
                <a:ea typeface="Arial"/>
                <a:cs typeface="Arial"/>
                <a:sym typeface="Arial"/>
              </a:rPr>
              <a:t>05 · WHERE IT FITS</a:t>
            </a:r>
            <a:endParaRPr sz="1100"/>
          </a:p>
        </p:txBody>
      </p:sp>
      <p:sp>
        <p:nvSpPr>
          <p:cNvPr id="584" name="Google Shape;584;p35"/>
          <p:cNvSpPr txBox="1"/>
          <p:nvPr/>
        </p:nvSpPr>
        <p:spPr>
          <a:xfrm>
            <a:off x="342901" y="452628"/>
            <a:ext cx="8458200" cy="3708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2000">
                <a:solidFill>
                  <a:srgbClr val="14303F"/>
                </a:solidFill>
                <a:latin typeface="Arial"/>
                <a:ea typeface="Arial"/>
                <a:cs typeface="Arial"/>
                <a:sym typeface="Arial"/>
              </a:rPr>
              <a:t>Advantages — where these systems create value</a:t>
            </a:r>
            <a:endParaRPr sz="1100"/>
          </a:p>
        </p:txBody>
      </p:sp>
      <p:sp>
        <p:nvSpPr>
          <p:cNvPr id="585" name="Google Shape;585;p35"/>
          <p:cNvSpPr txBox="1"/>
          <p:nvPr/>
        </p:nvSpPr>
        <p:spPr>
          <a:xfrm>
            <a:off x="342901" y="795909"/>
            <a:ext cx="8458200" cy="2022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900">
                <a:solidFill>
                  <a:srgbClr val="5A6B75"/>
                </a:solidFill>
                <a:latin typeface="Arial"/>
                <a:ea typeface="Arial"/>
                <a:cs typeface="Arial"/>
                <a:sym typeface="Arial"/>
              </a:rPr>
              <a:t>Strongest where utilisation is high, refuelling must be quick, or autonomy must be long.</a:t>
            </a:r>
            <a:endParaRPr sz="1100"/>
          </a:p>
        </p:txBody>
      </p:sp>
      <p:sp>
        <p:nvSpPr>
          <p:cNvPr id="586" name="Google Shape;586;p35"/>
          <p:cNvSpPr/>
          <p:nvPr/>
        </p:nvSpPr>
        <p:spPr>
          <a:xfrm>
            <a:off x="377192" y="1207008"/>
            <a:ext cx="2659200" cy="1302900"/>
          </a:xfrm>
          <a:prstGeom prst="roundRect">
            <a:avLst>
              <a:gd fmla="val 3684" name="adj"/>
            </a:avLst>
          </a:prstGeom>
          <a:solidFill>
            <a:srgbClr val="E9F3EE"/>
          </a:solidFill>
          <a:ln cap="flat" cmpd="sng" w="7150">
            <a:solidFill>
              <a:srgbClr val="C3DCD0"/>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pic>
        <p:nvPicPr>
          <p:cNvPr descr="adv0.png" id="587" name="Google Shape;587;p35"/>
          <p:cNvPicPr preferRelativeResize="0"/>
          <p:nvPr/>
        </p:nvPicPr>
        <p:blipFill rotWithShape="1">
          <a:blip r:embed="rId3">
            <a:alphaModFix/>
          </a:blip>
          <a:srcRect b="0" l="0" r="0" t="0"/>
          <a:stretch/>
        </p:blipFill>
        <p:spPr>
          <a:xfrm>
            <a:off x="528068" y="1330452"/>
            <a:ext cx="425196" cy="425196"/>
          </a:xfrm>
          <a:prstGeom prst="rect">
            <a:avLst/>
          </a:prstGeom>
          <a:noFill/>
          <a:ln>
            <a:noFill/>
          </a:ln>
        </p:spPr>
      </p:pic>
      <p:sp>
        <p:nvSpPr>
          <p:cNvPr id="588" name="Google Shape;588;p35"/>
          <p:cNvSpPr txBox="1"/>
          <p:nvPr/>
        </p:nvSpPr>
        <p:spPr>
          <a:xfrm>
            <a:off x="1001272" y="1426464"/>
            <a:ext cx="1836600" cy="2193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900">
                <a:solidFill>
                  <a:srgbClr val="2E7D5B"/>
                </a:solidFill>
                <a:latin typeface="Arial"/>
                <a:ea typeface="Arial"/>
                <a:cs typeface="Arial"/>
                <a:sym typeface="Arial"/>
              </a:rPr>
              <a:t>High efficiency</a:t>
            </a:r>
            <a:endParaRPr sz="1100"/>
          </a:p>
        </p:txBody>
      </p:sp>
      <p:sp>
        <p:nvSpPr>
          <p:cNvPr id="589" name="Google Shape;589;p35"/>
          <p:cNvSpPr txBox="1"/>
          <p:nvPr/>
        </p:nvSpPr>
        <p:spPr>
          <a:xfrm>
            <a:off x="493778" y="1851660"/>
            <a:ext cx="2357700" cy="4116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800">
                <a:solidFill>
                  <a:srgbClr val="14303F"/>
                </a:solidFill>
                <a:latin typeface="Arial"/>
                <a:ea typeface="Arial"/>
                <a:cs typeface="Arial"/>
                <a:sym typeface="Arial"/>
              </a:rPr>
              <a:t>Direct electrochemical conversion — no combustion, no Carnot ceiling.</a:t>
            </a:r>
            <a:endParaRPr sz="1100"/>
          </a:p>
        </p:txBody>
      </p:sp>
      <p:cxnSp>
        <p:nvCxnSpPr>
          <p:cNvPr id="590" name="Google Shape;590;p35"/>
          <p:cNvCxnSpPr/>
          <p:nvPr/>
        </p:nvCxnSpPr>
        <p:spPr>
          <a:xfrm>
            <a:off x="528068" y="2235708"/>
            <a:ext cx="2357700" cy="0"/>
          </a:xfrm>
          <a:prstGeom prst="straightConnector1">
            <a:avLst/>
          </a:prstGeom>
          <a:noFill/>
          <a:ln cap="flat" cmpd="sng" w="7150">
            <a:solidFill>
              <a:srgbClr val="C3DCD0"/>
            </a:solidFill>
            <a:prstDash val="solid"/>
            <a:round/>
            <a:headEnd len="sm" w="sm" type="none"/>
            <a:tailEnd len="sm" w="sm" type="none"/>
          </a:ln>
          <a:effectLst>
            <a:outerShdw blurRad="30000" rotWithShape="0" dir="5400000" dist="15000">
              <a:srgbClr val="000000">
                <a:alpha val="38040"/>
              </a:srgbClr>
            </a:outerShdw>
          </a:effectLst>
        </p:spPr>
      </p:cxnSp>
      <p:sp>
        <p:nvSpPr>
          <p:cNvPr id="591" name="Google Shape;591;p35"/>
          <p:cNvSpPr txBox="1"/>
          <p:nvPr/>
        </p:nvSpPr>
        <p:spPr>
          <a:xfrm>
            <a:off x="493778" y="2276856"/>
            <a:ext cx="2357700" cy="2058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600">
                <a:solidFill>
                  <a:srgbClr val="5A6B75"/>
                </a:solidFill>
                <a:latin typeface="Arial"/>
                <a:ea typeface="Arial"/>
                <a:cs typeface="Arial"/>
                <a:sym typeface="Arial"/>
              </a:rPr>
              <a:t>but it falls as you draw more power</a:t>
            </a:r>
            <a:endParaRPr sz="1100"/>
          </a:p>
        </p:txBody>
      </p:sp>
      <p:sp>
        <p:nvSpPr>
          <p:cNvPr id="592" name="Google Shape;592;p35"/>
          <p:cNvSpPr/>
          <p:nvPr/>
        </p:nvSpPr>
        <p:spPr>
          <a:xfrm>
            <a:off x="3242315" y="1207008"/>
            <a:ext cx="2659200" cy="1302900"/>
          </a:xfrm>
          <a:prstGeom prst="roundRect">
            <a:avLst>
              <a:gd fmla="val 3684" name="adj"/>
            </a:avLst>
          </a:prstGeom>
          <a:solidFill>
            <a:srgbClr val="E9F3EE"/>
          </a:solidFill>
          <a:ln cap="flat" cmpd="sng" w="7150">
            <a:solidFill>
              <a:srgbClr val="C3DCD0"/>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pic>
        <p:nvPicPr>
          <p:cNvPr descr="adv1.png" id="593" name="Google Shape;593;p35"/>
          <p:cNvPicPr preferRelativeResize="0"/>
          <p:nvPr/>
        </p:nvPicPr>
        <p:blipFill rotWithShape="1">
          <a:blip r:embed="rId4">
            <a:alphaModFix/>
          </a:blip>
          <a:srcRect b="0" l="0" r="0" t="0"/>
          <a:stretch/>
        </p:blipFill>
        <p:spPr>
          <a:xfrm>
            <a:off x="3393192" y="1330452"/>
            <a:ext cx="425196" cy="425196"/>
          </a:xfrm>
          <a:prstGeom prst="rect">
            <a:avLst/>
          </a:prstGeom>
          <a:noFill/>
          <a:ln>
            <a:noFill/>
          </a:ln>
        </p:spPr>
      </p:pic>
      <p:sp>
        <p:nvSpPr>
          <p:cNvPr id="594" name="Google Shape;594;p35"/>
          <p:cNvSpPr txBox="1"/>
          <p:nvPr/>
        </p:nvSpPr>
        <p:spPr>
          <a:xfrm>
            <a:off x="3866396" y="1426464"/>
            <a:ext cx="1836600" cy="2193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900">
                <a:solidFill>
                  <a:srgbClr val="2E7D5B"/>
                </a:solidFill>
                <a:latin typeface="Arial"/>
                <a:ea typeface="Arial"/>
                <a:cs typeface="Arial"/>
                <a:sym typeface="Arial"/>
              </a:rPr>
              <a:t>Low local emissions</a:t>
            </a:r>
            <a:endParaRPr sz="1100"/>
          </a:p>
        </p:txBody>
      </p:sp>
      <p:sp>
        <p:nvSpPr>
          <p:cNvPr id="595" name="Google Shape;595;p35"/>
          <p:cNvSpPr txBox="1"/>
          <p:nvPr/>
        </p:nvSpPr>
        <p:spPr>
          <a:xfrm>
            <a:off x="3358902" y="1851660"/>
            <a:ext cx="2357700" cy="4116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800">
                <a:solidFill>
                  <a:srgbClr val="14303F"/>
                </a:solidFill>
                <a:latin typeface="Arial"/>
                <a:ea typeface="Arial"/>
                <a:cs typeface="Arial"/>
                <a:sym typeface="Arial"/>
              </a:rPr>
              <a:t>Pure hydrogen gives water and heat at the point of use.</a:t>
            </a:r>
            <a:endParaRPr sz="1100"/>
          </a:p>
        </p:txBody>
      </p:sp>
      <p:cxnSp>
        <p:nvCxnSpPr>
          <p:cNvPr id="596" name="Google Shape;596;p35"/>
          <p:cNvCxnSpPr/>
          <p:nvPr/>
        </p:nvCxnSpPr>
        <p:spPr>
          <a:xfrm>
            <a:off x="3393192" y="2235708"/>
            <a:ext cx="2357700" cy="0"/>
          </a:xfrm>
          <a:prstGeom prst="straightConnector1">
            <a:avLst/>
          </a:prstGeom>
          <a:noFill/>
          <a:ln cap="flat" cmpd="sng" w="7150">
            <a:solidFill>
              <a:srgbClr val="C3DCD0"/>
            </a:solidFill>
            <a:prstDash val="solid"/>
            <a:round/>
            <a:headEnd len="sm" w="sm" type="none"/>
            <a:tailEnd len="sm" w="sm" type="none"/>
          </a:ln>
          <a:effectLst>
            <a:outerShdw blurRad="30000" rotWithShape="0" dir="5400000" dist="15000">
              <a:srgbClr val="000000">
                <a:alpha val="38040"/>
              </a:srgbClr>
            </a:outerShdw>
          </a:effectLst>
        </p:spPr>
      </p:cxnSp>
      <p:sp>
        <p:nvSpPr>
          <p:cNvPr id="597" name="Google Shape;597;p35"/>
          <p:cNvSpPr txBox="1"/>
          <p:nvPr/>
        </p:nvSpPr>
        <p:spPr>
          <a:xfrm>
            <a:off x="3358902" y="2276856"/>
            <a:ext cx="2357700" cy="2058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600">
                <a:solidFill>
                  <a:srgbClr val="5A6B75"/>
                </a:solidFill>
                <a:latin typeface="Arial"/>
                <a:ea typeface="Arial"/>
                <a:cs typeface="Arial"/>
                <a:sym typeface="Arial"/>
              </a:rPr>
              <a:t>lifecycle depends on how the H₂ was made</a:t>
            </a:r>
            <a:endParaRPr sz="1100"/>
          </a:p>
        </p:txBody>
      </p:sp>
      <p:sp>
        <p:nvSpPr>
          <p:cNvPr id="598" name="Google Shape;598;p35"/>
          <p:cNvSpPr/>
          <p:nvPr/>
        </p:nvSpPr>
        <p:spPr>
          <a:xfrm>
            <a:off x="6107439" y="1207008"/>
            <a:ext cx="2659200" cy="1302900"/>
          </a:xfrm>
          <a:prstGeom prst="roundRect">
            <a:avLst>
              <a:gd fmla="val 3684" name="adj"/>
            </a:avLst>
          </a:prstGeom>
          <a:solidFill>
            <a:srgbClr val="E9F3EE"/>
          </a:solidFill>
          <a:ln cap="flat" cmpd="sng" w="7150">
            <a:solidFill>
              <a:srgbClr val="C3DCD0"/>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pic>
        <p:nvPicPr>
          <p:cNvPr descr="adv2.png" id="599" name="Google Shape;599;p35"/>
          <p:cNvPicPr preferRelativeResize="0"/>
          <p:nvPr/>
        </p:nvPicPr>
        <p:blipFill rotWithShape="1">
          <a:blip r:embed="rId5">
            <a:alphaModFix/>
          </a:blip>
          <a:srcRect b="0" l="0" r="0" t="0"/>
          <a:stretch/>
        </p:blipFill>
        <p:spPr>
          <a:xfrm>
            <a:off x="6258316" y="1330452"/>
            <a:ext cx="425196" cy="425196"/>
          </a:xfrm>
          <a:prstGeom prst="rect">
            <a:avLst/>
          </a:prstGeom>
          <a:noFill/>
          <a:ln>
            <a:noFill/>
          </a:ln>
        </p:spPr>
      </p:pic>
      <p:sp>
        <p:nvSpPr>
          <p:cNvPr id="600" name="Google Shape;600;p35"/>
          <p:cNvSpPr txBox="1"/>
          <p:nvPr/>
        </p:nvSpPr>
        <p:spPr>
          <a:xfrm>
            <a:off x="6731520" y="1426464"/>
            <a:ext cx="1836600" cy="2193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900">
                <a:solidFill>
                  <a:srgbClr val="2E7D5B"/>
                </a:solidFill>
                <a:latin typeface="Arial"/>
                <a:ea typeface="Arial"/>
                <a:cs typeface="Arial"/>
                <a:sym typeface="Arial"/>
              </a:rPr>
              <a:t>Quiet operation</a:t>
            </a:r>
            <a:endParaRPr sz="1100"/>
          </a:p>
        </p:txBody>
      </p:sp>
      <p:sp>
        <p:nvSpPr>
          <p:cNvPr id="601" name="Google Shape;601;p35"/>
          <p:cNvSpPr txBox="1"/>
          <p:nvPr/>
        </p:nvSpPr>
        <p:spPr>
          <a:xfrm>
            <a:off x="6224026" y="1851660"/>
            <a:ext cx="2357700" cy="4116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800">
                <a:solidFill>
                  <a:srgbClr val="14303F"/>
                </a:solidFill>
                <a:latin typeface="Arial"/>
                <a:ea typeface="Arial"/>
                <a:cs typeface="Arial"/>
                <a:sym typeface="Arial"/>
              </a:rPr>
              <a:t>The stack has no moving parts, so the acoustic signature is low.</a:t>
            </a:r>
            <a:endParaRPr sz="1100"/>
          </a:p>
        </p:txBody>
      </p:sp>
      <p:cxnSp>
        <p:nvCxnSpPr>
          <p:cNvPr id="602" name="Google Shape;602;p35"/>
          <p:cNvCxnSpPr/>
          <p:nvPr/>
        </p:nvCxnSpPr>
        <p:spPr>
          <a:xfrm>
            <a:off x="6258316" y="2235708"/>
            <a:ext cx="2357700" cy="0"/>
          </a:xfrm>
          <a:prstGeom prst="straightConnector1">
            <a:avLst/>
          </a:prstGeom>
          <a:noFill/>
          <a:ln cap="flat" cmpd="sng" w="7150">
            <a:solidFill>
              <a:srgbClr val="C3DCD0"/>
            </a:solidFill>
            <a:prstDash val="solid"/>
            <a:round/>
            <a:headEnd len="sm" w="sm" type="none"/>
            <a:tailEnd len="sm" w="sm" type="none"/>
          </a:ln>
          <a:effectLst>
            <a:outerShdw blurRad="30000" rotWithShape="0" dir="5400000" dist="15000">
              <a:srgbClr val="000000">
                <a:alpha val="38040"/>
              </a:srgbClr>
            </a:outerShdw>
          </a:effectLst>
        </p:spPr>
      </p:cxnSp>
      <p:sp>
        <p:nvSpPr>
          <p:cNvPr id="603" name="Google Shape;603;p35"/>
          <p:cNvSpPr txBox="1"/>
          <p:nvPr/>
        </p:nvSpPr>
        <p:spPr>
          <a:xfrm>
            <a:off x="6224026" y="2276856"/>
            <a:ext cx="2357700" cy="2058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600">
                <a:solidFill>
                  <a:srgbClr val="5A6B75"/>
                </a:solidFill>
                <a:latin typeface="Arial"/>
                <a:ea typeface="Arial"/>
                <a:cs typeface="Arial"/>
                <a:sym typeface="Arial"/>
              </a:rPr>
              <a:t>compressors and fans still add noise</a:t>
            </a:r>
            <a:endParaRPr sz="1100"/>
          </a:p>
        </p:txBody>
      </p:sp>
      <p:sp>
        <p:nvSpPr>
          <p:cNvPr id="604" name="Google Shape;604;p35"/>
          <p:cNvSpPr/>
          <p:nvPr/>
        </p:nvSpPr>
        <p:spPr>
          <a:xfrm>
            <a:off x="377192" y="2606040"/>
            <a:ext cx="2659200" cy="1302900"/>
          </a:xfrm>
          <a:prstGeom prst="roundRect">
            <a:avLst>
              <a:gd fmla="val 3684" name="adj"/>
            </a:avLst>
          </a:prstGeom>
          <a:solidFill>
            <a:srgbClr val="E9F3EE"/>
          </a:solidFill>
          <a:ln cap="flat" cmpd="sng" w="7150">
            <a:solidFill>
              <a:srgbClr val="C3DCD0"/>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pic>
        <p:nvPicPr>
          <p:cNvPr descr="adv3.png" id="605" name="Google Shape;605;p35"/>
          <p:cNvPicPr preferRelativeResize="0"/>
          <p:nvPr/>
        </p:nvPicPr>
        <p:blipFill rotWithShape="1">
          <a:blip r:embed="rId6">
            <a:alphaModFix/>
          </a:blip>
          <a:srcRect b="0" l="0" r="0" t="0"/>
          <a:stretch/>
        </p:blipFill>
        <p:spPr>
          <a:xfrm>
            <a:off x="528068" y="2729484"/>
            <a:ext cx="425196" cy="425196"/>
          </a:xfrm>
          <a:prstGeom prst="rect">
            <a:avLst/>
          </a:prstGeom>
          <a:noFill/>
          <a:ln>
            <a:noFill/>
          </a:ln>
        </p:spPr>
      </p:pic>
      <p:sp>
        <p:nvSpPr>
          <p:cNvPr id="606" name="Google Shape;606;p35"/>
          <p:cNvSpPr txBox="1"/>
          <p:nvPr/>
        </p:nvSpPr>
        <p:spPr>
          <a:xfrm>
            <a:off x="1001272" y="2825496"/>
            <a:ext cx="1836600" cy="2193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900">
                <a:solidFill>
                  <a:srgbClr val="2E7D5B"/>
                </a:solidFill>
                <a:latin typeface="Arial"/>
                <a:ea typeface="Arial"/>
                <a:cs typeface="Arial"/>
                <a:sym typeface="Arial"/>
              </a:rPr>
              <a:t>Rapid refuelling</a:t>
            </a:r>
            <a:endParaRPr sz="1100"/>
          </a:p>
        </p:txBody>
      </p:sp>
      <p:sp>
        <p:nvSpPr>
          <p:cNvPr id="607" name="Google Shape;607;p35"/>
          <p:cNvSpPr txBox="1"/>
          <p:nvPr/>
        </p:nvSpPr>
        <p:spPr>
          <a:xfrm>
            <a:off x="493778" y="3250692"/>
            <a:ext cx="2357700" cy="4116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800">
                <a:solidFill>
                  <a:srgbClr val="14303F"/>
                </a:solidFill>
                <a:latin typeface="Arial"/>
                <a:ea typeface="Arial"/>
                <a:cs typeface="Arial"/>
                <a:sym typeface="Arial"/>
              </a:rPr>
              <a:t>Minutes, not hours — it runs as long as fuel is supplied.</a:t>
            </a:r>
            <a:endParaRPr sz="1100"/>
          </a:p>
        </p:txBody>
      </p:sp>
      <p:cxnSp>
        <p:nvCxnSpPr>
          <p:cNvPr id="608" name="Google Shape;608;p35"/>
          <p:cNvCxnSpPr/>
          <p:nvPr/>
        </p:nvCxnSpPr>
        <p:spPr>
          <a:xfrm>
            <a:off x="528068" y="3634740"/>
            <a:ext cx="2357700" cy="0"/>
          </a:xfrm>
          <a:prstGeom prst="straightConnector1">
            <a:avLst/>
          </a:prstGeom>
          <a:noFill/>
          <a:ln cap="flat" cmpd="sng" w="7150">
            <a:solidFill>
              <a:srgbClr val="C3DCD0"/>
            </a:solidFill>
            <a:prstDash val="solid"/>
            <a:round/>
            <a:headEnd len="sm" w="sm" type="none"/>
            <a:tailEnd len="sm" w="sm" type="none"/>
          </a:ln>
          <a:effectLst>
            <a:outerShdw blurRad="30000" rotWithShape="0" dir="5400000" dist="15000">
              <a:srgbClr val="000000">
                <a:alpha val="38040"/>
              </a:srgbClr>
            </a:outerShdw>
          </a:effectLst>
        </p:spPr>
      </p:cxnSp>
      <p:sp>
        <p:nvSpPr>
          <p:cNvPr id="609" name="Google Shape;609;p35"/>
          <p:cNvSpPr txBox="1"/>
          <p:nvPr/>
        </p:nvSpPr>
        <p:spPr>
          <a:xfrm>
            <a:off x="493778" y="3675887"/>
            <a:ext cx="2357700" cy="2058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600">
                <a:solidFill>
                  <a:srgbClr val="5A6B75"/>
                </a:solidFill>
                <a:latin typeface="Arial"/>
                <a:ea typeface="Arial"/>
                <a:cs typeface="Arial"/>
                <a:sym typeface="Arial"/>
              </a:rPr>
              <a:t>needs accessible hydrogen infrastructure</a:t>
            </a:r>
            <a:endParaRPr sz="1100"/>
          </a:p>
        </p:txBody>
      </p:sp>
      <p:sp>
        <p:nvSpPr>
          <p:cNvPr id="610" name="Google Shape;610;p35"/>
          <p:cNvSpPr/>
          <p:nvPr/>
        </p:nvSpPr>
        <p:spPr>
          <a:xfrm>
            <a:off x="3242315" y="2606040"/>
            <a:ext cx="2659200" cy="1302900"/>
          </a:xfrm>
          <a:prstGeom prst="roundRect">
            <a:avLst>
              <a:gd fmla="val 3684" name="adj"/>
            </a:avLst>
          </a:prstGeom>
          <a:solidFill>
            <a:srgbClr val="E9F3EE"/>
          </a:solidFill>
          <a:ln cap="flat" cmpd="sng" w="7150">
            <a:solidFill>
              <a:srgbClr val="C3DCD0"/>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pic>
        <p:nvPicPr>
          <p:cNvPr descr="adv4.png" id="611" name="Google Shape;611;p35"/>
          <p:cNvPicPr preferRelativeResize="0"/>
          <p:nvPr/>
        </p:nvPicPr>
        <p:blipFill rotWithShape="1">
          <a:blip r:embed="rId7">
            <a:alphaModFix/>
          </a:blip>
          <a:srcRect b="0" l="0" r="0" t="0"/>
          <a:stretch/>
        </p:blipFill>
        <p:spPr>
          <a:xfrm>
            <a:off x="3393192" y="2729484"/>
            <a:ext cx="425196" cy="425196"/>
          </a:xfrm>
          <a:prstGeom prst="rect">
            <a:avLst/>
          </a:prstGeom>
          <a:noFill/>
          <a:ln>
            <a:noFill/>
          </a:ln>
        </p:spPr>
      </p:pic>
      <p:sp>
        <p:nvSpPr>
          <p:cNvPr id="612" name="Google Shape;612;p35"/>
          <p:cNvSpPr txBox="1"/>
          <p:nvPr/>
        </p:nvSpPr>
        <p:spPr>
          <a:xfrm>
            <a:off x="3866396" y="2825496"/>
            <a:ext cx="1836600" cy="2193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900">
                <a:solidFill>
                  <a:srgbClr val="2E7D5B"/>
                </a:solidFill>
                <a:latin typeface="Arial"/>
                <a:ea typeface="Arial"/>
                <a:cs typeface="Arial"/>
                <a:sym typeface="Arial"/>
              </a:rPr>
              <a:t>Modular scaling</a:t>
            </a:r>
            <a:endParaRPr sz="1100"/>
          </a:p>
        </p:txBody>
      </p:sp>
      <p:sp>
        <p:nvSpPr>
          <p:cNvPr id="613" name="Google Shape;613;p35"/>
          <p:cNvSpPr txBox="1"/>
          <p:nvPr/>
        </p:nvSpPr>
        <p:spPr>
          <a:xfrm>
            <a:off x="3358902" y="3250692"/>
            <a:ext cx="2357700" cy="4116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800">
                <a:solidFill>
                  <a:srgbClr val="14303F"/>
                </a:solidFill>
                <a:latin typeface="Arial"/>
                <a:ea typeface="Arial"/>
                <a:cs typeface="Arial"/>
                <a:sym typeface="Arial"/>
              </a:rPr>
              <a:t>Add area, add cells, or add stacks to reach the power you need.</a:t>
            </a:r>
            <a:endParaRPr sz="1100"/>
          </a:p>
        </p:txBody>
      </p:sp>
      <p:cxnSp>
        <p:nvCxnSpPr>
          <p:cNvPr id="614" name="Google Shape;614;p35"/>
          <p:cNvCxnSpPr/>
          <p:nvPr/>
        </p:nvCxnSpPr>
        <p:spPr>
          <a:xfrm>
            <a:off x="3393192" y="3634740"/>
            <a:ext cx="2357700" cy="0"/>
          </a:xfrm>
          <a:prstGeom prst="straightConnector1">
            <a:avLst/>
          </a:prstGeom>
          <a:noFill/>
          <a:ln cap="flat" cmpd="sng" w="7150">
            <a:solidFill>
              <a:srgbClr val="C3DCD0"/>
            </a:solidFill>
            <a:prstDash val="solid"/>
            <a:round/>
            <a:headEnd len="sm" w="sm" type="none"/>
            <a:tailEnd len="sm" w="sm" type="none"/>
          </a:ln>
          <a:effectLst>
            <a:outerShdw blurRad="30000" rotWithShape="0" dir="5400000" dist="15000">
              <a:srgbClr val="000000">
                <a:alpha val="38040"/>
              </a:srgbClr>
            </a:outerShdw>
          </a:effectLst>
        </p:spPr>
      </p:cxnSp>
      <p:sp>
        <p:nvSpPr>
          <p:cNvPr id="615" name="Google Shape;615;p35"/>
          <p:cNvSpPr txBox="1"/>
          <p:nvPr/>
        </p:nvSpPr>
        <p:spPr>
          <a:xfrm>
            <a:off x="3358902" y="3675887"/>
            <a:ext cx="2357700" cy="2058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600">
                <a:solidFill>
                  <a:srgbClr val="5A6B75"/>
                </a:solidFill>
                <a:latin typeface="Arial"/>
                <a:ea typeface="Arial"/>
                <a:cs typeface="Arial"/>
                <a:sym typeface="Arial"/>
              </a:rPr>
              <a:t>packaging and cooling scale too</a:t>
            </a:r>
            <a:endParaRPr sz="1100"/>
          </a:p>
        </p:txBody>
      </p:sp>
      <p:sp>
        <p:nvSpPr>
          <p:cNvPr id="616" name="Google Shape;616;p35"/>
          <p:cNvSpPr/>
          <p:nvPr/>
        </p:nvSpPr>
        <p:spPr>
          <a:xfrm>
            <a:off x="6107439" y="2606040"/>
            <a:ext cx="2659200" cy="1302900"/>
          </a:xfrm>
          <a:prstGeom prst="roundRect">
            <a:avLst>
              <a:gd fmla="val 3684" name="adj"/>
            </a:avLst>
          </a:prstGeom>
          <a:solidFill>
            <a:srgbClr val="E9F3EE"/>
          </a:solidFill>
          <a:ln cap="flat" cmpd="sng" w="7150">
            <a:solidFill>
              <a:srgbClr val="C3DCD0"/>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pic>
        <p:nvPicPr>
          <p:cNvPr descr="adv5.png" id="617" name="Google Shape;617;p35"/>
          <p:cNvPicPr preferRelativeResize="0"/>
          <p:nvPr/>
        </p:nvPicPr>
        <p:blipFill rotWithShape="1">
          <a:blip r:embed="rId8">
            <a:alphaModFix/>
          </a:blip>
          <a:srcRect b="0" l="0" r="0" t="0"/>
          <a:stretch/>
        </p:blipFill>
        <p:spPr>
          <a:xfrm>
            <a:off x="6258316" y="2729484"/>
            <a:ext cx="425196" cy="425196"/>
          </a:xfrm>
          <a:prstGeom prst="rect">
            <a:avLst/>
          </a:prstGeom>
          <a:noFill/>
          <a:ln>
            <a:noFill/>
          </a:ln>
        </p:spPr>
      </p:pic>
      <p:sp>
        <p:nvSpPr>
          <p:cNvPr id="618" name="Google Shape;618;p35"/>
          <p:cNvSpPr txBox="1"/>
          <p:nvPr/>
        </p:nvSpPr>
        <p:spPr>
          <a:xfrm>
            <a:off x="6731520" y="2825496"/>
            <a:ext cx="1836600" cy="2193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900">
                <a:solidFill>
                  <a:srgbClr val="2E7D5B"/>
                </a:solidFill>
                <a:latin typeface="Arial"/>
                <a:ea typeface="Arial"/>
                <a:cs typeface="Arial"/>
                <a:sym typeface="Arial"/>
              </a:rPr>
              <a:t>Long-duration duty</a:t>
            </a:r>
            <a:endParaRPr sz="1100"/>
          </a:p>
        </p:txBody>
      </p:sp>
      <p:sp>
        <p:nvSpPr>
          <p:cNvPr id="619" name="Google Shape;619;p35"/>
          <p:cNvSpPr txBox="1"/>
          <p:nvPr/>
        </p:nvSpPr>
        <p:spPr>
          <a:xfrm>
            <a:off x="6224026" y="3250692"/>
            <a:ext cx="2357700" cy="4116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800">
                <a:solidFill>
                  <a:srgbClr val="14303F"/>
                </a:solidFill>
                <a:latin typeface="Arial"/>
                <a:ea typeface="Arial"/>
                <a:cs typeface="Arial"/>
                <a:sym typeface="Arial"/>
              </a:rPr>
              <a:t>Sustained power and long autonomy from stored fuel.</a:t>
            </a:r>
            <a:endParaRPr sz="1100"/>
          </a:p>
        </p:txBody>
      </p:sp>
      <p:cxnSp>
        <p:nvCxnSpPr>
          <p:cNvPr id="620" name="Google Shape;620;p35"/>
          <p:cNvCxnSpPr/>
          <p:nvPr/>
        </p:nvCxnSpPr>
        <p:spPr>
          <a:xfrm>
            <a:off x="6258316" y="3634740"/>
            <a:ext cx="2357700" cy="0"/>
          </a:xfrm>
          <a:prstGeom prst="straightConnector1">
            <a:avLst/>
          </a:prstGeom>
          <a:noFill/>
          <a:ln cap="flat" cmpd="sng" w="7150">
            <a:solidFill>
              <a:srgbClr val="C3DCD0"/>
            </a:solidFill>
            <a:prstDash val="solid"/>
            <a:round/>
            <a:headEnd len="sm" w="sm" type="none"/>
            <a:tailEnd len="sm" w="sm" type="none"/>
          </a:ln>
          <a:effectLst>
            <a:outerShdw blurRad="30000" rotWithShape="0" dir="5400000" dist="15000">
              <a:srgbClr val="000000">
                <a:alpha val="38040"/>
              </a:srgbClr>
            </a:outerShdw>
          </a:effectLst>
        </p:spPr>
      </p:cxnSp>
      <p:sp>
        <p:nvSpPr>
          <p:cNvPr id="621" name="Google Shape;621;p35"/>
          <p:cNvSpPr txBox="1"/>
          <p:nvPr/>
        </p:nvSpPr>
        <p:spPr>
          <a:xfrm>
            <a:off x="6224026" y="3675887"/>
            <a:ext cx="2357700" cy="2058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600">
                <a:solidFill>
                  <a:srgbClr val="5A6B75"/>
                </a:solidFill>
                <a:latin typeface="Arial"/>
                <a:ea typeface="Arial"/>
                <a:cs typeface="Arial"/>
                <a:sym typeface="Arial"/>
              </a:rPr>
              <a:t>storage volume and cost still matter</a:t>
            </a:r>
            <a:endParaRPr sz="1100"/>
          </a:p>
        </p:txBody>
      </p:sp>
      <p:sp>
        <p:nvSpPr>
          <p:cNvPr id="622" name="Google Shape;622;p35"/>
          <p:cNvSpPr txBox="1"/>
          <p:nvPr/>
        </p:nvSpPr>
        <p:spPr>
          <a:xfrm>
            <a:off x="342901" y="4114800"/>
            <a:ext cx="8389500" cy="1920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800">
                <a:solidFill>
                  <a:srgbClr val="14303F"/>
                </a:solidFill>
                <a:latin typeface="Arial"/>
                <a:ea typeface="Arial"/>
                <a:cs typeface="Arial"/>
                <a:sym typeface="Arial"/>
              </a:rPr>
              <a:t>Read the grey line under each claim — every advantage is conditional at system level. Clean at the point of use does not mean clean upstream.</a:t>
            </a:r>
            <a:endParaRPr sz="11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7" name="Shape 627"/>
        <p:cNvGrpSpPr/>
        <p:nvPr/>
      </p:nvGrpSpPr>
      <p:grpSpPr>
        <a:xfrm>
          <a:off x="0" y="0"/>
          <a:ext cx="0" cy="0"/>
          <a:chOff x="0" y="0"/>
          <a:chExt cx="0" cy="0"/>
        </a:xfrm>
      </p:grpSpPr>
      <p:sp>
        <p:nvSpPr>
          <p:cNvPr id="628" name="Google Shape;628;p36"/>
          <p:cNvSpPr txBox="1"/>
          <p:nvPr/>
        </p:nvSpPr>
        <p:spPr>
          <a:xfrm>
            <a:off x="342901" y="274320"/>
            <a:ext cx="8389500" cy="1509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700">
                <a:solidFill>
                  <a:srgbClr val="C77A12"/>
                </a:solidFill>
                <a:latin typeface="Arial"/>
                <a:ea typeface="Arial"/>
                <a:cs typeface="Arial"/>
                <a:sym typeface="Arial"/>
              </a:rPr>
              <a:t>05 · WHERE IT FITS</a:t>
            </a:r>
            <a:endParaRPr sz="1100"/>
          </a:p>
        </p:txBody>
      </p:sp>
      <p:sp>
        <p:nvSpPr>
          <p:cNvPr id="629" name="Google Shape;629;p36"/>
          <p:cNvSpPr txBox="1"/>
          <p:nvPr/>
        </p:nvSpPr>
        <p:spPr>
          <a:xfrm>
            <a:off x="342901" y="452628"/>
            <a:ext cx="8458200" cy="3708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2000">
                <a:solidFill>
                  <a:srgbClr val="14303F"/>
                </a:solidFill>
                <a:latin typeface="Arial"/>
                <a:ea typeface="Arial"/>
                <a:cs typeface="Arial"/>
                <a:sym typeface="Arial"/>
              </a:rPr>
              <a:t>Limits and engineering challenges</a:t>
            </a:r>
            <a:endParaRPr sz="1100"/>
          </a:p>
        </p:txBody>
      </p:sp>
      <p:sp>
        <p:nvSpPr>
          <p:cNvPr id="630" name="Google Shape;630;p36"/>
          <p:cNvSpPr txBox="1"/>
          <p:nvPr/>
        </p:nvSpPr>
        <p:spPr>
          <a:xfrm>
            <a:off x="342901" y="795909"/>
            <a:ext cx="8458200" cy="2022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900">
                <a:solidFill>
                  <a:srgbClr val="5A6B75"/>
                </a:solidFill>
                <a:latin typeface="Arial"/>
                <a:ea typeface="Arial"/>
                <a:cs typeface="Arial"/>
                <a:sym typeface="Arial"/>
              </a:rPr>
              <a:t>The simple net reaction hides a demanding fuel, thermal, water, safety and cost problem.</a:t>
            </a:r>
            <a:endParaRPr sz="1100"/>
          </a:p>
        </p:txBody>
      </p:sp>
      <p:sp>
        <p:nvSpPr>
          <p:cNvPr id="631" name="Google Shape;631;p36"/>
          <p:cNvSpPr/>
          <p:nvPr/>
        </p:nvSpPr>
        <p:spPr>
          <a:xfrm>
            <a:off x="377192" y="1207008"/>
            <a:ext cx="1963500" cy="1261800"/>
          </a:xfrm>
          <a:prstGeom prst="roundRect">
            <a:avLst>
              <a:gd fmla="val 3804" name="adj"/>
            </a:avLst>
          </a:prstGeom>
          <a:solidFill>
            <a:srgbClr val="FBEDEA"/>
          </a:solidFill>
          <a:ln cap="flat" cmpd="sng" w="7150">
            <a:solidFill>
              <a:srgbClr val="EFCFC8"/>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pic>
        <p:nvPicPr>
          <p:cNvPr descr="lim0.png" id="632" name="Google Shape;632;p36"/>
          <p:cNvPicPr preferRelativeResize="0"/>
          <p:nvPr/>
        </p:nvPicPr>
        <p:blipFill rotWithShape="1">
          <a:blip r:embed="rId3">
            <a:alphaModFix/>
          </a:blip>
          <a:srcRect b="0" l="0" r="0" t="0"/>
          <a:stretch/>
        </p:blipFill>
        <p:spPr>
          <a:xfrm>
            <a:off x="514352" y="1330452"/>
            <a:ext cx="384048" cy="384048"/>
          </a:xfrm>
          <a:prstGeom prst="rect">
            <a:avLst/>
          </a:prstGeom>
          <a:noFill/>
          <a:ln>
            <a:noFill/>
          </a:ln>
        </p:spPr>
      </p:pic>
      <p:sp>
        <p:nvSpPr>
          <p:cNvPr id="633" name="Google Shape;633;p36"/>
          <p:cNvSpPr txBox="1"/>
          <p:nvPr/>
        </p:nvSpPr>
        <p:spPr>
          <a:xfrm>
            <a:off x="480062" y="1783080"/>
            <a:ext cx="1689300" cy="2193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800">
                <a:solidFill>
                  <a:srgbClr val="B5342A"/>
                </a:solidFill>
                <a:latin typeface="Arial"/>
                <a:ea typeface="Arial"/>
                <a:cs typeface="Arial"/>
                <a:sym typeface="Arial"/>
              </a:rPr>
              <a:t>Carbon intensity</a:t>
            </a:r>
            <a:endParaRPr sz="1100"/>
          </a:p>
        </p:txBody>
      </p:sp>
      <p:sp>
        <p:nvSpPr>
          <p:cNvPr id="634" name="Google Shape;634;p36"/>
          <p:cNvSpPr txBox="1"/>
          <p:nvPr/>
        </p:nvSpPr>
        <p:spPr>
          <a:xfrm>
            <a:off x="480062" y="2016252"/>
            <a:ext cx="1689300" cy="3840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14303F"/>
                </a:solidFill>
                <a:latin typeface="Arial"/>
                <a:ea typeface="Arial"/>
                <a:cs typeface="Arial"/>
                <a:sym typeface="Arial"/>
              </a:rPr>
              <a:t>Lifecycle emissions depend on how the hydrogen was produced.</a:t>
            </a:r>
            <a:endParaRPr sz="1100"/>
          </a:p>
        </p:txBody>
      </p:sp>
      <p:sp>
        <p:nvSpPr>
          <p:cNvPr id="635" name="Google Shape;635;p36"/>
          <p:cNvSpPr/>
          <p:nvPr/>
        </p:nvSpPr>
        <p:spPr>
          <a:xfrm>
            <a:off x="2519176" y="1207008"/>
            <a:ext cx="1963500" cy="1261800"/>
          </a:xfrm>
          <a:prstGeom prst="roundRect">
            <a:avLst>
              <a:gd fmla="val 3804" name="adj"/>
            </a:avLst>
          </a:prstGeom>
          <a:solidFill>
            <a:srgbClr val="FBEDEA"/>
          </a:solidFill>
          <a:ln cap="flat" cmpd="sng" w="7150">
            <a:solidFill>
              <a:srgbClr val="EFCFC8"/>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pic>
        <p:nvPicPr>
          <p:cNvPr descr="lim1.png" id="636" name="Google Shape;636;p36"/>
          <p:cNvPicPr preferRelativeResize="0"/>
          <p:nvPr/>
        </p:nvPicPr>
        <p:blipFill rotWithShape="1">
          <a:blip r:embed="rId4">
            <a:alphaModFix/>
          </a:blip>
          <a:srcRect b="0" l="0" r="0" t="0"/>
          <a:stretch/>
        </p:blipFill>
        <p:spPr>
          <a:xfrm>
            <a:off x="2656337" y="1330452"/>
            <a:ext cx="384048" cy="384048"/>
          </a:xfrm>
          <a:prstGeom prst="rect">
            <a:avLst/>
          </a:prstGeom>
          <a:noFill/>
          <a:ln>
            <a:noFill/>
          </a:ln>
        </p:spPr>
      </p:pic>
      <p:sp>
        <p:nvSpPr>
          <p:cNvPr id="637" name="Google Shape;637;p36"/>
          <p:cNvSpPr txBox="1"/>
          <p:nvPr/>
        </p:nvSpPr>
        <p:spPr>
          <a:xfrm>
            <a:off x="2622047" y="1783080"/>
            <a:ext cx="1689300" cy="2193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800">
                <a:solidFill>
                  <a:srgbClr val="B5342A"/>
                </a:solidFill>
                <a:latin typeface="Arial"/>
                <a:ea typeface="Arial"/>
                <a:cs typeface="Arial"/>
                <a:sym typeface="Arial"/>
              </a:rPr>
              <a:t>Storage and infrastructure</a:t>
            </a:r>
            <a:endParaRPr sz="1100"/>
          </a:p>
        </p:txBody>
      </p:sp>
      <p:sp>
        <p:nvSpPr>
          <p:cNvPr id="638" name="Google Shape;638;p36"/>
          <p:cNvSpPr txBox="1"/>
          <p:nvPr/>
        </p:nvSpPr>
        <p:spPr>
          <a:xfrm>
            <a:off x="2622047" y="2016252"/>
            <a:ext cx="1689300" cy="3840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14303F"/>
                </a:solidFill>
                <a:latin typeface="Arial"/>
                <a:ea typeface="Arial"/>
                <a:cs typeface="Arial"/>
                <a:sym typeface="Arial"/>
              </a:rPr>
              <a:t>Low volumetric density forces high pressure, cryogenics or carriers.</a:t>
            </a:r>
            <a:endParaRPr sz="1100"/>
          </a:p>
        </p:txBody>
      </p:sp>
      <p:sp>
        <p:nvSpPr>
          <p:cNvPr id="639" name="Google Shape;639;p36"/>
          <p:cNvSpPr/>
          <p:nvPr/>
        </p:nvSpPr>
        <p:spPr>
          <a:xfrm>
            <a:off x="4661161" y="1207008"/>
            <a:ext cx="1963500" cy="1261800"/>
          </a:xfrm>
          <a:prstGeom prst="roundRect">
            <a:avLst>
              <a:gd fmla="val 3804" name="adj"/>
            </a:avLst>
          </a:prstGeom>
          <a:solidFill>
            <a:srgbClr val="FBEDEA"/>
          </a:solidFill>
          <a:ln cap="flat" cmpd="sng" w="7150">
            <a:solidFill>
              <a:srgbClr val="EFCFC8"/>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pic>
        <p:nvPicPr>
          <p:cNvPr descr="lim2.png" id="640" name="Google Shape;640;p36"/>
          <p:cNvPicPr preferRelativeResize="0"/>
          <p:nvPr/>
        </p:nvPicPr>
        <p:blipFill rotWithShape="1">
          <a:blip r:embed="rId5">
            <a:alphaModFix/>
          </a:blip>
          <a:srcRect b="0" l="0" r="0" t="0"/>
          <a:stretch/>
        </p:blipFill>
        <p:spPr>
          <a:xfrm>
            <a:off x="4798322" y="1330452"/>
            <a:ext cx="384048" cy="384048"/>
          </a:xfrm>
          <a:prstGeom prst="rect">
            <a:avLst/>
          </a:prstGeom>
          <a:noFill/>
          <a:ln>
            <a:noFill/>
          </a:ln>
        </p:spPr>
      </p:pic>
      <p:sp>
        <p:nvSpPr>
          <p:cNvPr id="641" name="Google Shape;641;p36"/>
          <p:cNvSpPr txBox="1"/>
          <p:nvPr/>
        </p:nvSpPr>
        <p:spPr>
          <a:xfrm>
            <a:off x="4764032" y="1783080"/>
            <a:ext cx="1689300" cy="2193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800">
                <a:solidFill>
                  <a:srgbClr val="B5342A"/>
                </a:solidFill>
                <a:latin typeface="Arial"/>
                <a:ea typeface="Arial"/>
                <a:cs typeface="Arial"/>
                <a:sym typeface="Arial"/>
              </a:rPr>
              <a:t>Cost and platinum</a:t>
            </a:r>
            <a:endParaRPr sz="1100"/>
          </a:p>
        </p:txBody>
      </p:sp>
      <p:sp>
        <p:nvSpPr>
          <p:cNvPr id="642" name="Google Shape;642;p36"/>
          <p:cNvSpPr txBox="1"/>
          <p:nvPr/>
        </p:nvSpPr>
        <p:spPr>
          <a:xfrm>
            <a:off x="4764032" y="2016252"/>
            <a:ext cx="1689300" cy="3840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14303F"/>
                </a:solidFill>
                <a:latin typeface="Arial"/>
                <a:ea typeface="Arial"/>
                <a:cs typeface="Arial"/>
                <a:sym typeface="Arial"/>
              </a:rPr>
              <a:t>Catalysts, membranes, tanks and balance-of-plant all add cost.</a:t>
            </a:r>
            <a:endParaRPr sz="1100"/>
          </a:p>
        </p:txBody>
      </p:sp>
      <p:sp>
        <p:nvSpPr>
          <p:cNvPr id="643" name="Google Shape;643;p36"/>
          <p:cNvSpPr/>
          <p:nvPr/>
        </p:nvSpPr>
        <p:spPr>
          <a:xfrm>
            <a:off x="6803147" y="1207008"/>
            <a:ext cx="1963500" cy="1261800"/>
          </a:xfrm>
          <a:prstGeom prst="roundRect">
            <a:avLst>
              <a:gd fmla="val 3804" name="adj"/>
            </a:avLst>
          </a:prstGeom>
          <a:solidFill>
            <a:srgbClr val="FBEDEA"/>
          </a:solidFill>
          <a:ln cap="flat" cmpd="sng" w="7150">
            <a:solidFill>
              <a:srgbClr val="EFCFC8"/>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pic>
        <p:nvPicPr>
          <p:cNvPr descr="lim3.png" id="644" name="Google Shape;644;p36"/>
          <p:cNvPicPr preferRelativeResize="0"/>
          <p:nvPr/>
        </p:nvPicPr>
        <p:blipFill rotWithShape="1">
          <a:blip r:embed="rId6">
            <a:alphaModFix/>
          </a:blip>
          <a:srcRect b="0" l="0" r="0" t="0"/>
          <a:stretch/>
        </p:blipFill>
        <p:spPr>
          <a:xfrm>
            <a:off x="6940307" y="1330452"/>
            <a:ext cx="384048" cy="384048"/>
          </a:xfrm>
          <a:prstGeom prst="rect">
            <a:avLst/>
          </a:prstGeom>
          <a:noFill/>
          <a:ln>
            <a:noFill/>
          </a:ln>
        </p:spPr>
      </p:pic>
      <p:sp>
        <p:nvSpPr>
          <p:cNvPr id="645" name="Google Shape;645;p36"/>
          <p:cNvSpPr txBox="1"/>
          <p:nvPr/>
        </p:nvSpPr>
        <p:spPr>
          <a:xfrm>
            <a:off x="6906017" y="1783080"/>
            <a:ext cx="1689300" cy="2193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800">
                <a:solidFill>
                  <a:srgbClr val="B5342A"/>
                </a:solidFill>
                <a:latin typeface="Arial"/>
                <a:ea typeface="Arial"/>
                <a:cs typeface="Arial"/>
                <a:sym typeface="Arial"/>
              </a:rPr>
              <a:t>Durability</a:t>
            </a:r>
            <a:endParaRPr sz="1100"/>
          </a:p>
        </p:txBody>
      </p:sp>
      <p:sp>
        <p:nvSpPr>
          <p:cNvPr id="646" name="Google Shape;646;p36"/>
          <p:cNvSpPr txBox="1"/>
          <p:nvPr/>
        </p:nvSpPr>
        <p:spPr>
          <a:xfrm>
            <a:off x="6906017" y="2016252"/>
            <a:ext cx="1689300" cy="3840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14303F"/>
                </a:solidFill>
                <a:latin typeface="Arial"/>
                <a:ea typeface="Arial"/>
                <a:cs typeface="Arial"/>
                <a:sym typeface="Arial"/>
              </a:rPr>
              <a:t>Load cycling, start–stop and impurities shorten stack life.</a:t>
            </a:r>
            <a:endParaRPr sz="1100"/>
          </a:p>
        </p:txBody>
      </p:sp>
      <p:sp>
        <p:nvSpPr>
          <p:cNvPr id="647" name="Google Shape;647;p36"/>
          <p:cNvSpPr/>
          <p:nvPr/>
        </p:nvSpPr>
        <p:spPr>
          <a:xfrm>
            <a:off x="377192" y="2564892"/>
            <a:ext cx="1963500" cy="1261800"/>
          </a:xfrm>
          <a:prstGeom prst="roundRect">
            <a:avLst>
              <a:gd fmla="val 3804" name="adj"/>
            </a:avLst>
          </a:prstGeom>
          <a:solidFill>
            <a:srgbClr val="FBEDEA"/>
          </a:solidFill>
          <a:ln cap="flat" cmpd="sng" w="7150">
            <a:solidFill>
              <a:srgbClr val="EFCFC8"/>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pic>
        <p:nvPicPr>
          <p:cNvPr descr="lim4.png" id="648" name="Google Shape;648;p36"/>
          <p:cNvPicPr preferRelativeResize="0"/>
          <p:nvPr/>
        </p:nvPicPr>
        <p:blipFill rotWithShape="1">
          <a:blip r:embed="rId7">
            <a:alphaModFix/>
          </a:blip>
          <a:srcRect b="0" l="0" r="0" t="0"/>
          <a:stretch/>
        </p:blipFill>
        <p:spPr>
          <a:xfrm>
            <a:off x="514352" y="2688336"/>
            <a:ext cx="384048" cy="384048"/>
          </a:xfrm>
          <a:prstGeom prst="rect">
            <a:avLst/>
          </a:prstGeom>
          <a:noFill/>
          <a:ln>
            <a:noFill/>
          </a:ln>
        </p:spPr>
      </p:pic>
      <p:sp>
        <p:nvSpPr>
          <p:cNvPr id="649" name="Google Shape;649;p36"/>
          <p:cNvSpPr txBox="1"/>
          <p:nvPr/>
        </p:nvSpPr>
        <p:spPr>
          <a:xfrm>
            <a:off x="480062" y="3140964"/>
            <a:ext cx="1689300" cy="2193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800">
                <a:solidFill>
                  <a:srgbClr val="B5342A"/>
                </a:solidFill>
                <a:latin typeface="Arial"/>
                <a:ea typeface="Arial"/>
                <a:cs typeface="Arial"/>
                <a:sym typeface="Arial"/>
              </a:rPr>
              <a:t>Water and heat</a:t>
            </a:r>
            <a:endParaRPr sz="1100"/>
          </a:p>
        </p:txBody>
      </p:sp>
      <p:sp>
        <p:nvSpPr>
          <p:cNvPr id="650" name="Google Shape;650;p36"/>
          <p:cNvSpPr txBox="1"/>
          <p:nvPr/>
        </p:nvSpPr>
        <p:spPr>
          <a:xfrm>
            <a:off x="480062" y="3374136"/>
            <a:ext cx="1689300" cy="3840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14303F"/>
                </a:solidFill>
                <a:latin typeface="Arial"/>
                <a:ea typeface="Arial"/>
                <a:cs typeface="Arial"/>
                <a:sym typeface="Arial"/>
              </a:rPr>
              <a:t>Dry-out raises resistance; flooding blocks gas. A narrow window.</a:t>
            </a:r>
            <a:endParaRPr sz="1100"/>
          </a:p>
        </p:txBody>
      </p:sp>
      <p:sp>
        <p:nvSpPr>
          <p:cNvPr id="651" name="Google Shape;651;p36"/>
          <p:cNvSpPr/>
          <p:nvPr/>
        </p:nvSpPr>
        <p:spPr>
          <a:xfrm>
            <a:off x="2519176" y="2564892"/>
            <a:ext cx="1963500" cy="1261800"/>
          </a:xfrm>
          <a:prstGeom prst="roundRect">
            <a:avLst>
              <a:gd fmla="val 3804" name="adj"/>
            </a:avLst>
          </a:prstGeom>
          <a:solidFill>
            <a:srgbClr val="FBEDEA"/>
          </a:solidFill>
          <a:ln cap="flat" cmpd="sng" w="7150">
            <a:solidFill>
              <a:srgbClr val="EFCFC8"/>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pic>
        <p:nvPicPr>
          <p:cNvPr descr="lim5.png" id="652" name="Google Shape;652;p36"/>
          <p:cNvPicPr preferRelativeResize="0"/>
          <p:nvPr/>
        </p:nvPicPr>
        <p:blipFill rotWithShape="1">
          <a:blip r:embed="rId8">
            <a:alphaModFix/>
          </a:blip>
          <a:srcRect b="0" l="0" r="0" t="0"/>
          <a:stretch/>
        </p:blipFill>
        <p:spPr>
          <a:xfrm>
            <a:off x="2656337" y="2688336"/>
            <a:ext cx="384048" cy="384048"/>
          </a:xfrm>
          <a:prstGeom prst="rect">
            <a:avLst/>
          </a:prstGeom>
          <a:noFill/>
          <a:ln>
            <a:noFill/>
          </a:ln>
        </p:spPr>
      </p:pic>
      <p:sp>
        <p:nvSpPr>
          <p:cNvPr id="653" name="Google Shape;653;p36"/>
          <p:cNvSpPr txBox="1"/>
          <p:nvPr/>
        </p:nvSpPr>
        <p:spPr>
          <a:xfrm>
            <a:off x="2622047" y="3140964"/>
            <a:ext cx="1689300" cy="2193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800">
                <a:solidFill>
                  <a:srgbClr val="B5342A"/>
                </a:solidFill>
                <a:latin typeface="Arial"/>
                <a:ea typeface="Arial"/>
                <a:cs typeface="Arial"/>
                <a:sym typeface="Arial"/>
              </a:rPr>
              <a:t>Parasitic loads</a:t>
            </a:r>
            <a:endParaRPr sz="1100"/>
          </a:p>
        </p:txBody>
      </p:sp>
      <p:sp>
        <p:nvSpPr>
          <p:cNvPr id="654" name="Google Shape;654;p36"/>
          <p:cNvSpPr txBox="1"/>
          <p:nvPr/>
        </p:nvSpPr>
        <p:spPr>
          <a:xfrm>
            <a:off x="2622047" y="3374136"/>
            <a:ext cx="1689300" cy="3840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14303F"/>
                </a:solidFill>
                <a:latin typeface="Arial"/>
                <a:ea typeface="Arial"/>
                <a:cs typeface="Arial"/>
                <a:sym typeface="Arial"/>
              </a:rPr>
              <a:t>Compressors, pumps and cooling eat into net output.</a:t>
            </a:r>
            <a:endParaRPr sz="1100"/>
          </a:p>
        </p:txBody>
      </p:sp>
      <p:sp>
        <p:nvSpPr>
          <p:cNvPr id="655" name="Google Shape;655;p36"/>
          <p:cNvSpPr/>
          <p:nvPr/>
        </p:nvSpPr>
        <p:spPr>
          <a:xfrm>
            <a:off x="4661161" y="2564892"/>
            <a:ext cx="1963500" cy="1261800"/>
          </a:xfrm>
          <a:prstGeom prst="roundRect">
            <a:avLst>
              <a:gd fmla="val 3804" name="adj"/>
            </a:avLst>
          </a:prstGeom>
          <a:solidFill>
            <a:srgbClr val="FBEDEA"/>
          </a:solidFill>
          <a:ln cap="flat" cmpd="sng" w="7150">
            <a:solidFill>
              <a:srgbClr val="EFCFC8"/>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pic>
        <p:nvPicPr>
          <p:cNvPr descr="lim6.png" id="656" name="Google Shape;656;p36"/>
          <p:cNvPicPr preferRelativeResize="0"/>
          <p:nvPr/>
        </p:nvPicPr>
        <p:blipFill rotWithShape="1">
          <a:blip r:embed="rId9">
            <a:alphaModFix/>
          </a:blip>
          <a:srcRect b="0" l="0" r="0" t="0"/>
          <a:stretch/>
        </p:blipFill>
        <p:spPr>
          <a:xfrm>
            <a:off x="4798322" y="2688336"/>
            <a:ext cx="384048" cy="384048"/>
          </a:xfrm>
          <a:prstGeom prst="rect">
            <a:avLst/>
          </a:prstGeom>
          <a:noFill/>
          <a:ln>
            <a:noFill/>
          </a:ln>
        </p:spPr>
      </p:pic>
      <p:sp>
        <p:nvSpPr>
          <p:cNvPr id="657" name="Google Shape;657;p36"/>
          <p:cNvSpPr txBox="1"/>
          <p:nvPr/>
        </p:nvSpPr>
        <p:spPr>
          <a:xfrm>
            <a:off x="4764032" y="3140964"/>
            <a:ext cx="1689300" cy="2193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800">
                <a:solidFill>
                  <a:srgbClr val="B5342A"/>
                </a:solidFill>
                <a:latin typeface="Arial"/>
                <a:ea typeface="Arial"/>
                <a:cs typeface="Arial"/>
                <a:sym typeface="Arial"/>
              </a:rPr>
              <a:t>Cold start</a:t>
            </a:r>
            <a:endParaRPr sz="1100"/>
          </a:p>
        </p:txBody>
      </p:sp>
      <p:sp>
        <p:nvSpPr>
          <p:cNvPr id="658" name="Google Shape;658;p36"/>
          <p:cNvSpPr txBox="1"/>
          <p:nvPr/>
        </p:nvSpPr>
        <p:spPr>
          <a:xfrm>
            <a:off x="4764032" y="3374136"/>
            <a:ext cx="1689300" cy="3840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14303F"/>
                </a:solidFill>
                <a:latin typeface="Arial"/>
                <a:ea typeface="Arial"/>
                <a:cs typeface="Arial"/>
                <a:sym typeface="Arial"/>
              </a:rPr>
              <a:t>Freeze conditions and delivery limits demand careful sequencing.</a:t>
            </a:r>
            <a:endParaRPr sz="1100"/>
          </a:p>
        </p:txBody>
      </p:sp>
      <p:sp>
        <p:nvSpPr>
          <p:cNvPr id="659" name="Google Shape;659;p36"/>
          <p:cNvSpPr/>
          <p:nvPr/>
        </p:nvSpPr>
        <p:spPr>
          <a:xfrm>
            <a:off x="6803147" y="2564892"/>
            <a:ext cx="1963500" cy="1261800"/>
          </a:xfrm>
          <a:prstGeom prst="roundRect">
            <a:avLst>
              <a:gd fmla="val 3804" name="adj"/>
            </a:avLst>
          </a:prstGeom>
          <a:solidFill>
            <a:srgbClr val="FBEDEA"/>
          </a:solidFill>
          <a:ln cap="flat" cmpd="sng" w="7150">
            <a:solidFill>
              <a:srgbClr val="EFCFC8"/>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pic>
        <p:nvPicPr>
          <p:cNvPr descr="lim7.png" id="660" name="Google Shape;660;p36"/>
          <p:cNvPicPr preferRelativeResize="0"/>
          <p:nvPr/>
        </p:nvPicPr>
        <p:blipFill rotWithShape="1">
          <a:blip r:embed="rId10">
            <a:alphaModFix/>
          </a:blip>
          <a:srcRect b="0" l="0" r="0" t="0"/>
          <a:stretch/>
        </p:blipFill>
        <p:spPr>
          <a:xfrm>
            <a:off x="6940307" y="2688336"/>
            <a:ext cx="384048" cy="384048"/>
          </a:xfrm>
          <a:prstGeom prst="rect">
            <a:avLst/>
          </a:prstGeom>
          <a:noFill/>
          <a:ln>
            <a:noFill/>
          </a:ln>
        </p:spPr>
      </p:pic>
      <p:sp>
        <p:nvSpPr>
          <p:cNvPr id="661" name="Google Shape;661;p36"/>
          <p:cNvSpPr txBox="1"/>
          <p:nvPr/>
        </p:nvSpPr>
        <p:spPr>
          <a:xfrm>
            <a:off x="6906017" y="3140964"/>
            <a:ext cx="1689300" cy="2193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800">
                <a:solidFill>
                  <a:srgbClr val="B5342A"/>
                </a:solidFill>
                <a:latin typeface="Arial"/>
                <a:ea typeface="Arial"/>
                <a:cs typeface="Arial"/>
                <a:sym typeface="Arial"/>
              </a:rPr>
              <a:t>Safety engineering</a:t>
            </a:r>
            <a:endParaRPr sz="1100"/>
          </a:p>
        </p:txBody>
      </p:sp>
      <p:sp>
        <p:nvSpPr>
          <p:cNvPr id="662" name="Google Shape;662;p36"/>
          <p:cNvSpPr txBox="1"/>
          <p:nvPr/>
        </p:nvSpPr>
        <p:spPr>
          <a:xfrm>
            <a:off x="6906017" y="3374136"/>
            <a:ext cx="1689300" cy="3840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14303F"/>
                </a:solidFill>
                <a:latin typeface="Arial"/>
                <a:ea typeface="Arial"/>
                <a:cs typeface="Arial"/>
                <a:sym typeface="Arial"/>
              </a:rPr>
              <a:t>Leak detection, ventilation, isolation and safe shutdown.</a:t>
            </a:r>
            <a:endParaRPr sz="1100"/>
          </a:p>
        </p:txBody>
      </p:sp>
      <p:sp>
        <p:nvSpPr>
          <p:cNvPr id="663" name="Google Shape;663;p36"/>
          <p:cNvSpPr/>
          <p:nvPr/>
        </p:nvSpPr>
        <p:spPr>
          <a:xfrm>
            <a:off x="377192" y="4032504"/>
            <a:ext cx="4080600" cy="672000"/>
          </a:xfrm>
          <a:prstGeom prst="roundRect">
            <a:avLst>
              <a:gd fmla="val 7142" name="adj"/>
            </a:avLst>
          </a:prstGeom>
          <a:solidFill>
            <a:srgbClr val="F4F8FA"/>
          </a:solidFill>
          <a:ln cap="flat" cmpd="sng" w="7150">
            <a:solidFill>
              <a:srgbClr val="D5DEE3"/>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64" name="Google Shape;664;p36"/>
          <p:cNvSpPr txBox="1"/>
          <p:nvPr/>
        </p:nvSpPr>
        <p:spPr>
          <a:xfrm>
            <a:off x="493778" y="4153205"/>
            <a:ext cx="3847200" cy="1965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800">
                <a:solidFill>
                  <a:srgbClr val="14303F"/>
                </a:solidFill>
                <a:latin typeface="Arial"/>
                <a:ea typeface="Arial"/>
                <a:cs typeface="Arial"/>
                <a:sym typeface="Arial"/>
              </a:rPr>
              <a:t>Two separate problem families</a:t>
            </a:r>
            <a:endParaRPr sz="1100"/>
          </a:p>
        </p:txBody>
      </p:sp>
      <p:sp>
        <p:nvSpPr>
          <p:cNvPr id="665" name="Google Shape;665;p36"/>
          <p:cNvSpPr txBox="1"/>
          <p:nvPr/>
        </p:nvSpPr>
        <p:spPr>
          <a:xfrm>
            <a:off x="493778" y="4329036"/>
            <a:ext cx="3847200" cy="2892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14303F"/>
                </a:solidFill>
                <a:latin typeface="Arial"/>
                <a:ea typeface="Arial"/>
                <a:cs typeface="Arial"/>
                <a:sym typeface="Arial"/>
              </a:rPr>
              <a:t>Four of these are about hydrogen the fuel and sit outside the stack. The other four are electrochemical.</a:t>
            </a:r>
            <a:endParaRPr sz="1100"/>
          </a:p>
        </p:txBody>
      </p:sp>
      <p:sp>
        <p:nvSpPr>
          <p:cNvPr id="666" name="Google Shape;666;p36"/>
          <p:cNvSpPr/>
          <p:nvPr/>
        </p:nvSpPr>
        <p:spPr>
          <a:xfrm>
            <a:off x="4684033" y="4032504"/>
            <a:ext cx="4080600" cy="672000"/>
          </a:xfrm>
          <a:prstGeom prst="roundRect">
            <a:avLst>
              <a:gd fmla="val 7142" name="adj"/>
            </a:avLst>
          </a:prstGeom>
          <a:solidFill>
            <a:srgbClr val="F4F8FA"/>
          </a:solidFill>
          <a:ln cap="flat" cmpd="sng" w="7150">
            <a:solidFill>
              <a:srgbClr val="D5DEE3"/>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67" name="Google Shape;667;p36"/>
          <p:cNvSpPr txBox="1"/>
          <p:nvPr/>
        </p:nvSpPr>
        <p:spPr>
          <a:xfrm>
            <a:off x="4800620" y="4153205"/>
            <a:ext cx="3847200" cy="1965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800">
                <a:solidFill>
                  <a:srgbClr val="14303F"/>
                </a:solidFill>
                <a:latin typeface="Arial"/>
                <a:ea typeface="Arial"/>
                <a:cs typeface="Arial"/>
                <a:sym typeface="Arial"/>
              </a:rPr>
              <a:t>The honest comparison</a:t>
            </a:r>
            <a:endParaRPr sz="1100"/>
          </a:p>
        </p:txBody>
      </p:sp>
      <p:sp>
        <p:nvSpPr>
          <p:cNvPr id="668" name="Google Shape;668;p36"/>
          <p:cNvSpPr txBox="1"/>
          <p:nvPr/>
        </p:nvSpPr>
        <p:spPr>
          <a:xfrm>
            <a:off x="4800620" y="4329036"/>
            <a:ext cx="3847200" cy="2892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14303F"/>
                </a:solidFill>
                <a:latin typeface="Arial"/>
                <a:ea typeface="Arial"/>
                <a:cs typeface="Arial"/>
                <a:sym typeface="Arial"/>
              </a:rPr>
              <a:t>For short-range or grid-connected duty, batteries remain more efficient and considerably simpler.</a:t>
            </a:r>
            <a:endParaRPr sz="11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3" name="Shape 673"/>
        <p:cNvGrpSpPr/>
        <p:nvPr/>
      </p:nvGrpSpPr>
      <p:grpSpPr>
        <a:xfrm>
          <a:off x="0" y="0"/>
          <a:ext cx="0" cy="0"/>
          <a:chOff x="0" y="0"/>
          <a:chExt cx="0" cy="0"/>
        </a:xfrm>
      </p:grpSpPr>
      <p:sp>
        <p:nvSpPr>
          <p:cNvPr id="674" name="Google Shape;674;p37"/>
          <p:cNvSpPr txBox="1"/>
          <p:nvPr/>
        </p:nvSpPr>
        <p:spPr>
          <a:xfrm>
            <a:off x="342901" y="274320"/>
            <a:ext cx="8389500" cy="1509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700">
                <a:solidFill>
                  <a:srgbClr val="C77A12"/>
                </a:solidFill>
                <a:latin typeface="Arial"/>
                <a:ea typeface="Arial"/>
                <a:cs typeface="Arial"/>
                <a:sym typeface="Arial"/>
              </a:rPr>
              <a:t>05 · WHERE IT FITS</a:t>
            </a:r>
            <a:endParaRPr sz="1100"/>
          </a:p>
        </p:txBody>
      </p:sp>
      <p:sp>
        <p:nvSpPr>
          <p:cNvPr id="675" name="Google Shape;675;p37"/>
          <p:cNvSpPr txBox="1"/>
          <p:nvPr/>
        </p:nvSpPr>
        <p:spPr>
          <a:xfrm>
            <a:off x="342901" y="452628"/>
            <a:ext cx="8458200" cy="3708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2000">
                <a:solidFill>
                  <a:srgbClr val="14303F"/>
                </a:solidFill>
                <a:latin typeface="Arial"/>
                <a:ea typeface="Arial"/>
                <a:cs typeface="Arial"/>
                <a:sym typeface="Arial"/>
              </a:rPr>
              <a:t>Applications: where the duty cycle fits</a:t>
            </a:r>
            <a:endParaRPr sz="1100"/>
          </a:p>
        </p:txBody>
      </p:sp>
      <p:sp>
        <p:nvSpPr>
          <p:cNvPr id="676" name="Google Shape;676;p37"/>
          <p:cNvSpPr txBox="1"/>
          <p:nvPr/>
        </p:nvSpPr>
        <p:spPr>
          <a:xfrm>
            <a:off x="342901" y="795909"/>
            <a:ext cx="8458200" cy="2022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900">
                <a:solidFill>
                  <a:srgbClr val="5A6B75"/>
                </a:solidFill>
                <a:latin typeface="Arial"/>
                <a:ea typeface="Arial"/>
                <a:cs typeface="Arial"/>
                <a:sym typeface="Arial"/>
              </a:rPr>
              <a:t>Strongest when demand is high and hydrogen can be supplied at concentrated nodes.</a:t>
            </a:r>
            <a:endParaRPr sz="1100"/>
          </a:p>
        </p:txBody>
      </p:sp>
      <p:sp>
        <p:nvSpPr>
          <p:cNvPr id="677" name="Google Shape;677;p37"/>
          <p:cNvSpPr/>
          <p:nvPr/>
        </p:nvSpPr>
        <p:spPr>
          <a:xfrm>
            <a:off x="377192" y="1207008"/>
            <a:ext cx="2659200" cy="1261800"/>
          </a:xfrm>
          <a:prstGeom prst="roundRect">
            <a:avLst>
              <a:gd fmla="val 3804" name="adj"/>
            </a:avLst>
          </a:prstGeom>
          <a:solidFill>
            <a:srgbClr val="EAF2F8"/>
          </a:solidFill>
          <a:ln cap="flat" cmpd="sng" w="7150">
            <a:solidFill>
              <a:srgbClr val="C6DCEA"/>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pic>
        <p:nvPicPr>
          <p:cNvPr descr="app0.png" id="678" name="Google Shape;678;p37"/>
          <p:cNvPicPr preferRelativeResize="0"/>
          <p:nvPr/>
        </p:nvPicPr>
        <p:blipFill rotWithShape="1">
          <a:blip r:embed="rId3">
            <a:alphaModFix/>
          </a:blip>
          <a:srcRect b="0" l="0" r="0" t="0"/>
          <a:stretch/>
        </p:blipFill>
        <p:spPr>
          <a:xfrm>
            <a:off x="528068" y="1330452"/>
            <a:ext cx="425196" cy="425196"/>
          </a:xfrm>
          <a:prstGeom prst="rect">
            <a:avLst/>
          </a:prstGeom>
          <a:noFill/>
          <a:ln>
            <a:noFill/>
          </a:ln>
        </p:spPr>
      </p:pic>
      <p:sp>
        <p:nvSpPr>
          <p:cNvPr id="679" name="Google Shape;679;p37"/>
          <p:cNvSpPr txBox="1"/>
          <p:nvPr/>
        </p:nvSpPr>
        <p:spPr>
          <a:xfrm>
            <a:off x="1001272" y="1371600"/>
            <a:ext cx="1836600" cy="2058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900">
                <a:solidFill>
                  <a:srgbClr val="1F6FA8"/>
                </a:solidFill>
                <a:latin typeface="Arial"/>
                <a:ea typeface="Arial"/>
                <a:cs typeface="Arial"/>
                <a:sym typeface="Arial"/>
              </a:rPr>
              <a:t>Heavy-duty road</a:t>
            </a:r>
            <a:endParaRPr sz="1100"/>
          </a:p>
        </p:txBody>
      </p:sp>
      <p:sp>
        <p:nvSpPr>
          <p:cNvPr id="680" name="Google Shape;680;p37"/>
          <p:cNvSpPr txBox="1"/>
          <p:nvPr/>
        </p:nvSpPr>
        <p:spPr>
          <a:xfrm>
            <a:off x="1001272" y="1591056"/>
            <a:ext cx="1836600" cy="1920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14303F"/>
                </a:solidFill>
                <a:latin typeface="Arial"/>
                <a:ea typeface="Arial"/>
                <a:cs typeface="Arial"/>
                <a:sym typeface="Arial"/>
              </a:rPr>
              <a:t>Trucks and buses.</a:t>
            </a:r>
            <a:endParaRPr sz="1100"/>
          </a:p>
        </p:txBody>
      </p:sp>
      <p:cxnSp>
        <p:nvCxnSpPr>
          <p:cNvPr id="681" name="Google Shape;681;p37"/>
          <p:cNvCxnSpPr/>
          <p:nvPr/>
        </p:nvCxnSpPr>
        <p:spPr>
          <a:xfrm>
            <a:off x="528068" y="1906524"/>
            <a:ext cx="2357700" cy="0"/>
          </a:xfrm>
          <a:prstGeom prst="straightConnector1">
            <a:avLst/>
          </a:prstGeom>
          <a:noFill/>
          <a:ln cap="flat" cmpd="sng" w="7150">
            <a:solidFill>
              <a:srgbClr val="C6DCEA"/>
            </a:solidFill>
            <a:prstDash val="solid"/>
            <a:round/>
            <a:headEnd len="sm" w="sm" type="none"/>
            <a:tailEnd len="sm" w="sm" type="none"/>
          </a:ln>
          <a:effectLst>
            <a:outerShdw blurRad="30000" rotWithShape="0" dir="5400000" dist="15000">
              <a:srgbClr val="000000">
                <a:alpha val="38040"/>
              </a:srgbClr>
            </a:outerShdw>
          </a:effectLst>
        </p:spPr>
      </p:cxnSp>
      <p:sp>
        <p:nvSpPr>
          <p:cNvPr id="682" name="Google Shape;682;p37"/>
          <p:cNvSpPr txBox="1"/>
          <p:nvPr/>
        </p:nvSpPr>
        <p:spPr>
          <a:xfrm>
            <a:off x="493778" y="1961388"/>
            <a:ext cx="2357700" cy="3840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5A6B75"/>
                </a:solidFill>
                <a:latin typeface="Arial"/>
                <a:ea typeface="Arial"/>
                <a:cs typeface="Arial"/>
                <a:sym typeface="Arial"/>
              </a:rPr>
              <a:t>Long range, fast turnaround</a:t>
            </a:r>
            <a:endParaRPr sz="1100"/>
          </a:p>
        </p:txBody>
      </p:sp>
      <p:sp>
        <p:nvSpPr>
          <p:cNvPr id="683" name="Google Shape;683;p37"/>
          <p:cNvSpPr/>
          <p:nvPr/>
        </p:nvSpPr>
        <p:spPr>
          <a:xfrm>
            <a:off x="3242315" y="1207008"/>
            <a:ext cx="2659200" cy="1261800"/>
          </a:xfrm>
          <a:prstGeom prst="roundRect">
            <a:avLst>
              <a:gd fmla="val 3804" name="adj"/>
            </a:avLst>
          </a:prstGeom>
          <a:solidFill>
            <a:srgbClr val="EAF2F8"/>
          </a:solidFill>
          <a:ln cap="flat" cmpd="sng" w="7150">
            <a:solidFill>
              <a:srgbClr val="C6DCEA"/>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pic>
        <p:nvPicPr>
          <p:cNvPr descr="app1.png" id="684" name="Google Shape;684;p37"/>
          <p:cNvPicPr preferRelativeResize="0"/>
          <p:nvPr/>
        </p:nvPicPr>
        <p:blipFill rotWithShape="1">
          <a:blip r:embed="rId4">
            <a:alphaModFix/>
          </a:blip>
          <a:srcRect b="0" l="0" r="0" t="0"/>
          <a:stretch/>
        </p:blipFill>
        <p:spPr>
          <a:xfrm>
            <a:off x="3393192" y="1330452"/>
            <a:ext cx="425196" cy="425196"/>
          </a:xfrm>
          <a:prstGeom prst="rect">
            <a:avLst/>
          </a:prstGeom>
          <a:noFill/>
          <a:ln>
            <a:noFill/>
          </a:ln>
        </p:spPr>
      </p:pic>
      <p:sp>
        <p:nvSpPr>
          <p:cNvPr id="685" name="Google Shape;685;p37"/>
          <p:cNvSpPr txBox="1"/>
          <p:nvPr/>
        </p:nvSpPr>
        <p:spPr>
          <a:xfrm>
            <a:off x="3866396" y="1371600"/>
            <a:ext cx="1836600" cy="2058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900">
                <a:solidFill>
                  <a:srgbClr val="1F6FA8"/>
                </a:solidFill>
                <a:latin typeface="Arial"/>
                <a:ea typeface="Arial"/>
                <a:cs typeface="Arial"/>
                <a:sym typeface="Arial"/>
              </a:rPr>
              <a:t>Material handling</a:t>
            </a:r>
            <a:endParaRPr sz="1100"/>
          </a:p>
        </p:txBody>
      </p:sp>
      <p:sp>
        <p:nvSpPr>
          <p:cNvPr id="686" name="Google Shape;686;p37"/>
          <p:cNvSpPr txBox="1"/>
          <p:nvPr/>
        </p:nvSpPr>
        <p:spPr>
          <a:xfrm>
            <a:off x="3866396" y="1591056"/>
            <a:ext cx="1836600" cy="1920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14303F"/>
                </a:solidFill>
                <a:latin typeface="Arial"/>
                <a:ea typeface="Arial"/>
                <a:cs typeface="Arial"/>
                <a:sym typeface="Arial"/>
              </a:rPr>
              <a:t>Forklifts and warehouse fleets.</a:t>
            </a:r>
            <a:endParaRPr sz="1100"/>
          </a:p>
        </p:txBody>
      </p:sp>
      <p:cxnSp>
        <p:nvCxnSpPr>
          <p:cNvPr id="687" name="Google Shape;687;p37"/>
          <p:cNvCxnSpPr/>
          <p:nvPr/>
        </p:nvCxnSpPr>
        <p:spPr>
          <a:xfrm>
            <a:off x="3393192" y="1906524"/>
            <a:ext cx="2357700" cy="0"/>
          </a:xfrm>
          <a:prstGeom prst="straightConnector1">
            <a:avLst/>
          </a:prstGeom>
          <a:noFill/>
          <a:ln cap="flat" cmpd="sng" w="7150">
            <a:solidFill>
              <a:srgbClr val="C6DCEA"/>
            </a:solidFill>
            <a:prstDash val="solid"/>
            <a:round/>
            <a:headEnd len="sm" w="sm" type="none"/>
            <a:tailEnd len="sm" w="sm" type="none"/>
          </a:ln>
          <a:effectLst>
            <a:outerShdw blurRad="30000" rotWithShape="0" dir="5400000" dist="15000">
              <a:srgbClr val="000000">
                <a:alpha val="38040"/>
              </a:srgbClr>
            </a:outerShdw>
          </a:effectLst>
        </p:spPr>
      </p:cxnSp>
      <p:sp>
        <p:nvSpPr>
          <p:cNvPr id="688" name="Google Shape;688;p37"/>
          <p:cNvSpPr txBox="1"/>
          <p:nvPr/>
        </p:nvSpPr>
        <p:spPr>
          <a:xfrm>
            <a:off x="3358902" y="1961388"/>
            <a:ext cx="2357700" cy="3840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5A6B75"/>
                </a:solidFill>
                <a:latin typeface="Arial"/>
                <a:ea typeface="Arial"/>
                <a:cs typeface="Arial"/>
                <a:sym typeface="Arial"/>
              </a:rPr>
              <a:t>Central fuelling, multi-shift use</a:t>
            </a:r>
            <a:endParaRPr sz="1100"/>
          </a:p>
        </p:txBody>
      </p:sp>
      <p:sp>
        <p:nvSpPr>
          <p:cNvPr id="689" name="Google Shape;689;p37"/>
          <p:cNvSpPr/>
          <p:nvPr/>
        </p:nvSpPr>
        <p:spPr>
          <a:xfrm>
            <a:off x="6107439" y="1207008"/>
            <a:ext cx="2659200" cy="1261800"/>
          </a:xfrm>
          <a:prstGeom prst="roundRect">
            <a:avLst>
              <a:gd fmla="val 3804" name="adj"/>
            </a:avLst>
          </a:prstGeom>
          <a:solidFill>
            <a:srgbClr val="EAF2F8"/>
          </a:solidFill>
          <a:ln cap="flat" cmpd="sng" w="7150">
            <a:solidFill>
              <a:srgbClr val="C6DCEA"/>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pic>
        <p:nvPicPr>
          <p:cNvPr descr="app2.png" id="690" name="Google Shape;690;p37"/>
          <p:cNvPicPr preferRelativeResize="0"/>
          <p:nvPr/>
        </p:nvPicPr>
        <p:blipFill rotWithShape="1">
          <a:blip r:embed="rId5">
            <a:alphaModFix/>
          </a:blip>
          <a:srcRect b="0" l="0" r="0" t="0"/>
          <a:stretch/>
        </p:blipFill>
        <p:spPr>
          <a:xfrm>
            <a:off x="6258316" y="1330452"/>
            <a:ext cx="425196" cy="425196"/>
          </a:xfrm>
          <a:prstGeom prst="rect">
            <a:avLst/>
          </a:prstGeom>
          <a:noFill/>
          <a:ln>
            <a:noFill/>
          </a:ln>
        </p:spPr>
      </p:pic>
      <p:sp>
        <p:nvSpPr>
          <p:cNvPr id="691" name="Google Shape;691;p37"/>
          <p:cNvSpPr txBox="1"/>
          <p:nvPr/>
        </p:nvSpPr>
        <p:spPr>
          <a:xfrm>
            <a:off x="6731520" y="1371600"/>
            <a:ext cx="1836600" cy="2058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900">
                <a:solidFill>
                  <a:srgbClr val="1F6FA8"/>
                </a:solidFill>
                <a:latin typeface="Arial"/>
                <a:ea typeface="Arial"/>
                <a:cs typeface="Arial"/>
                <a:sym typeface="Arial"/>
              </a:rPr>
              <a:t>Stationary backup</a:t>
            </a:r>
            <a:endParaRPr sz="1100"/>
          </a:p>
        </p:txBody>
      </p:sp>
      <p:sp>
        <p:nvSpPr>
          <p:cNvPr id="692" name="Google Shape;692;p37"/>
          <p:cNvSpPr txBox="1"/>
          <p:nvPr/>
        </p:nvSpPr>
        <p:spPr>
          <a:xfrm>
            <a:off x="6731520" y="1591056"/>
            <a:ext cx="1836600" cy="1920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14303F"/>
                </a:solidFill>
                <a:latin typeface="Arial"/>
                <a:ea typeface="Arial"/>
                <a:cs typeface="Arial"/>
                <a:sym typeface="Arial"/>
              </a:rPr>
              <a:t>Data centres and microgrids.</a:t>
            </a:r>
            <a:endParaRPr sz="1100"/>
          </a:p>
        </p:txBody>
      </p:sp>
      <p:cxnSp>
        <p:nvCxnSpPr>
          <p:cNvPr id="693" name="Google Shape;693;p37"/>
          <p:cNvCxnSpPr/>
          <p:nvPr/>
        </p:nvCxnSpPr>
        <p:spPr>
          <a:xfrm>
            <a:off x="6258316" y="1906524"/>
            <a:ext cx="2357700" cy="0"/>
          </a:xfrm>
          <a:prstGeom prst="straightConnector1">
            <a:avLst/>
          </a:prstGeom>
          <a:noFill/>
          <a:ln cap="flat" cmpd="sng" w="7150">
            <a:solidFill>
              <a:srgbClr val="C6DCEA"/>
            </a:solidFill>
            <a:prstDash val="solid"/>
            <a:round/>
            <a:headEnd len="sm" w="sm" type="none"/>
            <a:tailEnd len="sm" w="sm" type="none"/>
          </a:ln>
          <a:effectLst>
            <a:outerShdw blurRad="30000" rotWithShape="0" dir="5400000" dist="15000">
              <a:srgbClr val="000000">
                <a:alpha val="38040"/>
              </a:srgbClr>
            </a:outerShdw>
          </a:effectLst>
        </p:spPr>
      </p:cxnSp>
      <p:sp>
        <p:nvSpPr>
          <p:cNvPr id="694" name="Google Shape;694;p37"/>
          <p:cNvSpPr txBox="1"/>
          <p:nvPr/>
        </p:nvSpPr>
        <p:spPr>
          <a:xfrm>
            <a:off x="6224026" y="1961388"/>
            <a:ext cx="2357700" cy="3840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5A6B75"/>
                </a:solidFill>
                <a:latin typeface="Arial"/>
                <a:ea typeface="Arial"/>
                <a:cs typeface="Arial"/>
                <a:sym typeface="Arial"/>
              </a:rPr>
              <a:t>Quiet, modular resilience</a:t>
            </a:r>
            <a:endParaRPr sz="1100"/>
          </a:p>
        </p:txBody>
      </p:sp>
      <p:sp>
        <p:nvSpPr>
          <p:cNvPr id="695" name="Google Shape;695;p37"/>
          <p:cNvSpPr/>
          <p:nvPr/>
        </p:nvSpPr>
        <p:spPr>
          <a:xfrm>
            <a:off x="377192" y="2564892"/>
            <a:ext cx="2659200" cy="1261800"/>
          </a:xfrm>
          <a:prstGeom prst="roundRect">
            <a:avLst>
              <a:gd fmla="val 3804" name="adj"/>
            </a:avLst>
          </a:prstGeom>
          <a:solidFill>
            <a:srgbClr val="EAF2F8"/>
          </a:solidFill>
          <a:ln cap="flat" cmpd="sng" w="7150">
            <a:solidFill>
              <a:srgbClr val="C6DCEA"/>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pic>
        <p:nvPicPr>
          <p:cNvPr descr="app3.png" id="696" name="Google Shape;696;p37"/>
          <p:cNvPicPr preferRelativeResize="0"/>
          <p:nvPr/>
        </p:nvPicPr>
        <p:blipFill rotWithShape="1">
          <a:blip r:embed="rId6">
            <a:alphaModFix/>
          </a:blip>
          <a:srcRect b="0" l="0" r="0" t="0"/>
          <a:stretch/>
        </p:blipFill>
        <p:spPr>
          <a:xfrm>
            <a:off x="528068" y="2688336"/>
            <a:ext cx="425196" cy="425196"/>
          </a:xfrm>
          <a:prstGeom prst="rect">
            <a:avLst/>
          </a:prstGeom>
          <a:noFill/>
          <a:ln>
            <a:noFill/>
          </a:ln>
        </p:spPr>
      </p:pic>
      <p:sp>
        <p:nvSpPr>
          <p:cNvPr id="697" name="Google Shape;697;p37"/>
          <p:cNvSpPr txBox="1"/>
          <p:nvPr/>
        </p:nvSpPr>
        <p:spPr>
          <a:xfrm>
            <a:off x="1001272" y="2729484"/>
            <a:ext cx="1836600" cy="2058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900">
                <a:solidFill>
                  <a:srgbClr val="1F6FA8"/>
                </a:solidFill>
                <a:latin typeface="Arial"/>
                <a:ea typeface="Arial"/>
                <a:cs typeface="Arial"/>
                <a:sym typeface="Arial"/>
              </a:rPr>
              <a:t>Rail</a:t>
            </a:r>
            <a:endParaRPr sz="1100"/>
          </a:p>
        </p:txBody>
      </p:sp>
      <p:sp>
        <p:nvSpPr>
          <p:cNvPr id="698" name="Google Shape;698;p37"/>
          <p:cNvSpPr txBox="1"/>
          <p:nvPr/>
        </p:nvSpPr>
        <p:spPr>
          <a:xfrm>
            <a:off x="1001272" y="2948940"/>
            <a:ext cx="1836600" cy="1920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14303F"/>
                </a:solidFill>
                <a:latin typeface="Arial"/>
                <a:ea typeface="Arial"/>
                <a:cs typeface="Arial"/>
                <a:sym typeface="Arial"/>
              </a:rPr>
              <a:t>Selected non-electrified routes.</a:t>
            </a:r>
            <a:endParaRPr sz="1100"/>
          </a:p>
        </p:txBody>
      </p:sp>
      <p:cxnSp>
        <p:nvCxnSpPr>
          <p:cNvPr id="699" name="Google Shape;699;p37"/>
          <p:cNvCxnSpPr/>
          <p:nvPr/>
        </p:nvCxnSpPr>
        <p:spPr>
          <a:xfrm>
            <a:off x="528068" y="3264408"/>
            <a:ext cx="2357700" cy="0"/>
          </a:xfrm>
          <a:prstGeom prst="straightConnector1">
            <a:avLst/>
          </a:prstGeom>
          <a:noFill/>
          <a:ln cap="flat" cmpd="sng" w="7150">
            <a:solidFill>
              <a:srgbClr val="C6DCEA"/>
            </a:solidFill>
            <a:prstDash val="solid"/>
            <a:round/>
            <a:headEnd len="sm" w="sm" type="none"/>
            <a:tailEnd len="sm" w="sm" type="none"/>
          </a:ln>
          <a:effectLst>
            <a:outerShdw blurRad="30000" rotWithShape="0" dir="5400000" dist="15000">
              <a:srgbClr val="000000">
                <a:alpha val="38040"/>
              </a:srgbClr>
            </a:outerShdw>
          </a:effectLst>
        </p:spPr>
      </p:cxnSp>
      <p:sp>
        <p:nvSpPr>
          <p:cNvPr id="700" name="Google Shape;700;p37"/>
          <p:cNvSpPr txBox="1"/>
          <p:nvPr/>
        </p:nvSpPr>
        <p:spPr>
          <a:xfrm>
            <a:off x="493778" y="3319272"/>
            <a:ext cx="2357700" cy="3840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5A6B75"/>
                </a:solidFill>
                <a:latin typeface="Arial"/>
                <a:ea typeface="Arial"/>
                <a:cs typeface="Arial"/>
                <a:sym typeface="Arial"/>
              </a:rPr>
              <a:t>Predictable routes and fuelling nodes</a:t>
            </a:r>
            <a:endParaRPr sz="1100"/>
          </a:p>
        </p:txBody>
      </p:sp>
      <p:sp>
        <p:nvSpPr>
          <p:cNvPr id="701" name="Google Shape;701;p37"/>
          <p:cNvSpPr/>
          <p:nvPr/>
        </p:nvSpPr>
        <p:spPr>
          <a:xfrm>
            <a:off x="3242315" y="2564892"/>
            <a:ext cx="2659200" cy="1261800"/>
          </a:xfrm>
          <a:prstGeom prst="roundRect">
            <a:avLst>
              <a:gd fmla="val 3804" name="adj"/>
            </a:avLst>
          </a:prstGeom>
          <a:solidFill>
            <a:srgbClr val="EAF2F8"/>
          </a:solidFill>
          <a:ln cap="flat" cmpd="sng" w="7150">
            <a:solidFill>
              <a:srgbClr val="C6DCEA"/>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pic>
        <p:nvPicPr>
          <p:cNvPr descr="app4.png" id="702" name="Google Shape;702;p37"/>
          <p:cNvPicPr preferRelativeResize="0"/>
          <p:nvPr/>
        </p:nvPicPr>
        <p:blipFill rotWithShape="1">
          <a:blip r:embed="rId7">
            <a:alphaModFix/>
          </a:blip>
          <a:srcRect b="0" l="0" r="0" t="0"/>
          <a:stretch/>
        </p:blipFill>
        <p:spPr>
          <a:xfrm>
            <a:off x="3393192" y="2688336"/>
            <a:ext cx="425196" cy="425196"/>
          </a:xfrm>
          <a:prstGeom prst="rect">
            <a:avLst/>
          </a:prstGeom>
          <a:noFill/>
          <a:ln>
            <a:noFill/>
          </a:ln>
        </p:spPr>
      </p:pic>
      <p:sp>
        <p:nvSpPr>
          <p:cNvPr id="703" name="Google Shape;703;p37"/>
          <p:cNvSpPr txBox="1"/>
          <p:nvPr/>
        </p:nvSpPr>
        <p:spPr>
          <a:xfrm>
            <a:off x="3866396" y="2729484"/>
            <a:ext cx="1836600" cy="2058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900">
                <a:solidFill>
                  <a:srgbClr val="1F6FA8"/>
                </a:solidFill>
                <a:latin typeface="Arial"/>
                <a:ea typeface="Arial"/>
                <a:cs typeface="Arial"/>
                <a:sym typeface="Arial"/>
              </a:rPr>
              <a:t>Maritime and ports</a:t>
            </a:r>
            <a:endParaRPr sz="1100"/>
          </a:p>
        </p:txBody>
      </p:sp>
      <p:sp>
        <p:nvSpPr>
          <p:cNvPr id="704" name="Google Shape;704;p37"/>
          <p:cNvSpPr txBox="1"/>
          <p:nvPr/>
        </p:nvSpPr>
        <p:spPr>
          <a:xfrm>
            <a:off x="3866396" y="2948940"/>
            <a:ext cx="1836600" cy="1920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14303F"/>
                </a:solidFill>
                <a:latin typeface="Arial"/>
                <a:ea typeface="Arial"/>
                <a:cs typeface="Arial"/>
                <a:sym typeface="Arial"/>
              </a:rPr>
              <a:t>Ferries and harbour equipment.</a:t>
            </a:r>
            <a:endParaRPr sz="1100"/>
          </a:p>
        </p:txBody>
      </p:sp>
      <p:cxnSp>
        <p:nvCxnSpPr>
          <p:cNvPr id="705" name="Google Shape;705;p37"/>
          <p:cNvCxnSpPr/>
          <p:nvPr/>
        </p:nvCxnSpPr>
        <p:spPr>
          <a:xfrm>
            <a:off x="3393192" y="3264408"/>
            <a:ext cx="2357700" cy="0"/>
          </a:xfrm>
          <a:prstGeom prst="straightConnector1">
            <a:avLst/>
          </a:prstGeom>
          <a:noFill/>
          <a:ln cap="flat" cmpd="sng" w="7150">
            <a:solidFill>
              <a:srgbClr val="C6DCEA"/>
            </a:solidFill>
            <a:prstDash val="solid"/>
            <a:round/>
            <a:headEnd len="sm" w="sm" type="none"/>
            <a:tailEnd len="sm" w="sm" type="none"/>
          </a:ln>
          <a:effectLst>
            <a:outerShdw blurRad="30000" rotWithShape="0" dir="5400000" dist="15000">
              <a:srgbClr val="000000">
                <a:alpha val="38040"/>
              </a:srgbClr>
            </a:outerShdw>
          </a:effectLst>
        </p:spPr>
      </p:cxnSp>
      <p:sp>
        <p:nvSpPr>
          <p:cNvPr id="706" name="Google Shape;706;p37"/>
          <p:cNvSpPr txBox="1"/>
          <p:nvPr/>
        </p:nvSpPr>
        <p:spPr>
          <a:xfrm>
            <a:off x="3358902" y="3319272"/>
            <a:ext cx="2357700" cy="3840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5A6B75"/>
                </a:solidFill>
                <a:latin typeface="Arial"/>
                <a:ea typeface="Arial"/>
                <a:cs typeface="Arial"/>
                <a:sym typeface="Arial"/>
              </a:rPr>
              <a:t>High utilisation, constrained routes</a:t>
            </a:r>
            <a:endParaRPr sz="1100"/>
          </a:p>
        </p:txBody>
      </p:sp>
      <p:sp>
        <p:nvSpPr>
          <p:cNvPr id="707" name="Google Shape;707;p37"/>
          <p:cNvSpPr/>
          <p:nvPr/>
        </p:nvSpPr>
        <p:spPr>
          <a:xfrm>
            <a:off x="6107439" y="2564892"/>
            <a:ext cx="2659200" cy="1261800"/>
          </a:xfrm>
          <a:prstGeom prst="roundRect">
            <a:avLst>
              <a:gd fmla="val 3804" name="adj"/>
            </a:avLst>
          </a:prstGeom>
          <a:solidFill>
            <a:srgbClr val="EAF2F8"/>
          </a:solidFill>
          <a:ln cap="flat" cmpd="sng" w="7150">
            <a:solidFill>
              <a:srgbClr val="C6DCEA"/>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pic>
        <p:nvPicPr>
          <p:cNvPr descr="app5.png" id="708" name="Google Shape;708;p37"/>
          <p:cNvPicPr preferRelativeResize="0"/>
          <p:nvPr/>
        </p:nvPicPr>
        <p:blipFill rotWithShape="1">
          <a:blip r:embed="rId8">
            <a:alphaModFix/>
          </a:blip>
          <a:srcRect b="0" l="0" r="0" t="0"/>
          <a:stretch/>
        </p:blipFill>
        <p:spPr>
          <a:xfrm>
            <a:off x="6258316" y="2688336"/>
            <a:ext cx="425196" cy="425196"/>
          </a:xfrm>
          <a:prstGeom prst="rect">
            <a:avLst/>
          </a:prstGeom>
          <a:noFill/>
          <a:ln>
            <a:noFill/>
          </a:ln>
        </p:spPr>
      </p:pic>
      <p:sp>
        <p:nvSpPr>
          <p:cNvPr id="709" name="Google Shape;709;p37"/>
          <p:cNvSpPr txBox="1"/>
          <p:nvPr/>
        </p:nvSpPr>
        <p:spPr>
          <a:xfrm>
            <a:off x="6731520" y="2729484"/>
            <a:ext cx="1836600" cy="2058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900">
                <a:solidFill>
                  <a:srgbClr val="1F6FA8"/>
                </a:solidFill>
                <a:latin typeface="Arial"/>
                <a:ea typeface="Arial"/>
                <a:cs typeface="Arial"/>
                <a:sym typeface="Arial"/>
              </a:rPr>
              <a:t>Remote and specialised</a:t>
            </a:r>
            <a:endParaRPr sz="1100"/>
          </a:p>
        </p:txBody>
      </p:sp>
      <p:sp>
        <p:nvSpPr>
          <p:cNvPr id="710" name="Google Shape;710;p37"/>
          <p:cNvSpPr txBox="1"/>
          <p:nvPr/>
        </p:nvSpPr>
        <p:spPr>
          <a:xfrm>
            <a:off x="6731520" y="2948940"/>
            <a:ext cx="1836600" cy="1920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14303F"/>
                </a:solidFill>
                <a:latin typeface="Arial"/>
                <a:ea typeface="Arial"/>
                <a:cs typeface="Arial"/>
                <a:sym typeface="Arial"/>
              </a:rPr>
              <a:t>Telecoms and field power.</a:t>
            </a:r>
            <a:endParaRPr sz="1100"/>
          </a:p>
        </p:txBody>
      </p:sp>
      <p:cxnSp>
        <p:nvCxnSpPr>
          <p:cNvPr id="711" name="Google Shape;711;p37"/>
          <p:cNvCxnSpPr/>
          <p:nvPr/>
        </p:nvCxnSpPr>
        <p:spPr>
          <a:xfrm>
            <a:off x="6258316" y="3264408"/>
            <a:ext cx="2357700" cy="0"/>
          </a:xfrm>
          <a:prstGeom prst="straightConnector1">
            <a:avLst/>
          </a:prstGeom>
          <a:noFill/>
          <a:ln cap="flat" cmpd="sng" w="7150">
            <a:solidFill>
              <a:srgbClr val="C6DCEA"/>
            </a:solidFill>
            <a:prstDash val="solid"/>
            <a:round/>
            <a:headEnd len="sm" w="sm" type="none"/>
            <a:tailEnd len="sm" w="sm" type="none"/>
          </a:ln>
          <a:effectLst>
            <a:outerShdw blurRad="30000" rotWithShape="0" dir="5400000" dist="15000">
              <a:srgbClr val="000000">
                <a:alpha val="38040"/>
              </a:srgbClr>
            </a:outerShdw>
          </a:effectLst>
        </p:spPr>
      </p:cxnSp>
      <p:sp>
        <p:nvSpPr>
          <p:cNvPr id="712" name="Google Shape;712;p37"/>
          <p:cNvSpPr txBox="1"/>
          <p:nvPr/>
        </p:nvSpPr>
        <p:spPr>
          <a:xfrm>
            <a:off x="6224026" y="3319272"/>
            <a:ext cx="2357700" cy="3840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5A6B75"/>
                </a:solidFill>
                <a:latin typeface="Arial"/>
                <a:ea typeface="Arial"/>
                <a:cs typeface="Arial"/>
                <a:sym typeface="Arial"/>
              </a:rPr>
              <a:t>Long autonomy, low local emissions</a:t>
            </a:r>
            <a:endParaRPr sz="1100"/>
          </a:p>
        </p:txBody>
      </p:sp>
      <p:sp>
        <p:nvSpPr>
          <p:cNvPr id="713" name="Google Shape;713;p37"/>
          <p:cNvSpPr/>
          <p:nvPr/>
        </p:nvSpPr>
        <p:spPr>
          <a:xfrm>
            <a:off x="377192" y="4018788"/>
            <a:ext cx="8389500" cy="630900"/>
          </a:xfrm>
          <a:prstGeom prst="roundRect">
            <a:avLst>
              <a:gd fmla="val 7608" name="adj"/>
            </a:avLst>
          </a:prstGeom>
          <a:solidFill>
            <a:srgbClr val="E6F2F3"/>
          </a:solidFill>
          <a:ln cap="flat" cmpd="sng" w="7150">
            <a:solidFill>
              <a:srgbClr val="C2DEE0"/>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14" name="Google Shape;714;p37"/>
          <p:cNvSpPr txBox="1"/>
          <p:nvPr/>
        </p:nvSpPr>
        <p:spPr>
          <a:xfrm>
            <a:off x="521210" y="4087368"/>
            <a:ext cx="4114800" cy="1647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700">
                <a:solidFill>
                  <a:srgbClr val="0E7C86"/>
                </a:solidFill>
                <a:latin typeface="Arial"/>
                <a:ea typeface="Arial"/>
                <a:cs typeface="Arial"/>
                <a:sym typeface="Arial"/>
              </a:rPr>
              <a:t>THE COMMON PATTERN</a:t>
            </a:r>
            <a:endParaRPr sz="1100"/>
          </a:p>
        </p:txBody>
      </p:sp>
      <p:sp>
        <p:nvSpPr>
          <p:cNvPr id="715" name="Google Shape;715;p37"/>
          <p:cNvSpPr txBox="1"/>
          <p:nvPr/>
        </p:nvSpPr>
        <p:spPr>
          <a:xfrm>
            <a:off x="521210" y="4265676"/>
            <a:ext cx="8033100" cy="3018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800">
                <a:solidFill>
                  <a:srgbClr val="14303F"/>
                </a:solidFill>
                <a:latin typeface="Arial"/>
                <a:ea typeface="Arial"/>
                <a:cs typeface="Arial"/>
                <a:sym typeface="Arial"/>
              </a:rPr>
              <a:t>Every strong case shares three traits: high utilisation, a predictable route or site, and one concentrated fuelling node. Passenger cars have none of the three — which is why that market has not followed.</a:t>
            </a:r>
            <a:endParaRPr sz="11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0" name="Shape 720"/>
        <p:cNvGrpSpPr/>
        <p:nvPr/>
      </p:nvGrpSpPr>
      <p:grpSpPr>
        <a:xfrm>
          <a:off x="0" y="0"/>
          <a:ext cx="0" cy="0"/>
          <a:chOff x="0" y="0"/>
          <a:chExt cx="0" cy="0"/>
        </a:xfrm>
      </p:grpSpPr>
      <p:sp>
        <p:nvSpPr>
          <p:cNvPr id="721" name="Google Shape;721;p38"/>
          <p:cNvSpPr txBox="1"/>
          <p:nvPr/>
        </p:nvSpPr>
        <p:spPr>
          <a:xfrm>
            <a:off x="342901" y="274320"/>
            <a:ext cx="8389500" cy="1509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700">
                <a:solidFill>
                  <a:srgbClr val="C77A12"/>
                </a:solidFill>
                <a:latin typeface="Arial"/>
                <a:ea typeface="Arial"/>
                <a:cs typeface="Arial"/>
                <a:sym typeface="Arial"/>
              </a:rPr>
              <a:t>05 · WHERE IT FITS</a:t>
            </a:r>
            <a:endParaRPr sz="1100"/>
          </a:p>
        </p:txBody>
      </p:sp>
      <p:sp>
        <p:nvSpPr>
          <p:cNvPr id="722" name="Google Shape;722;p38"/>
          <p:cNvSpPr txBox="1"/>
          <p:nvPr/>
        </p:nvSpPr>
        <p:spPr>
          <a:xfrm>
            <a:off x="342901" y="452628"/>
            <a:ext cx="8458200" cy="3708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lang="en" sz="2000">
                <a:solidFill>
                  <a:srgbClr val="14303F"/>
                </a:solidFill>
              </a:rPr>
              <a:t>Future scope - the next generation of fuel cell technology</a:t>
            </a:r>
            <a:endParaRPr sz="1100"/>
          </a:p>
        </p:txBody>
      </p:sp>
      <p:sp>
        <p:nvSpPr>
          <p:cNvPr id="723" name="Google Shape;723;p38"/>
          <p:cNvSpPr txBox="1"/>
          <p:nvPr/>
        </p:nvSpPr>
        <p:spPr>
          <a:xfrm>
            <a:off x="342901" y="795909"/>
            <a:ext cx="8458200" cy="2022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lang="en" sz="900">
                <a:solidFill>
                  <a:srgbClr val="5A6B75"/>
                </a:solidFill>
              </a:rPr>
              <a:t>Progress will depend on efficiency, durability, cost, manufacturing scale, and intelligent system control</a:t>
            </a:r>
            <a:endParaRPr sz="1100"/>
          </a:p>
        </p:txBody>
      </p:sp>
      <p:sp>
        <p:nvSpPr>
          <p:cNvPr id="724" name="Google Shape;724;p38"/>
          <p:cNvSpPr/>
          <p:nvPr/>
        </p:nvSpPr>
        <p:spPr>
          <a:xfrm>
            <a:off x="377192" y="4018788"/>
            <a:ext cx="8389500" cy="630900"/>
          </a:xfrm>
          <a:prstGeom prst="roundRect">
            <a:avLst>
              <a:gd fmla="val 7608" name="adj"/>
            </a:avLst>
          </a:prstGeom>
          <a:solidFill>
            <a:srgbClr val="E6F2F3"/>
          </a:solidFill>
          <a:ln cap="flat" cmpd="sng" w="7150">
            <a:solidFill>
              <a:srgbClr val="C2DEE0"/>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25" name="Google Shape;725;p38"/>
          <p:cNvSpPr txBox="1"/>
          <p:nvPr/>
        </p:nvSpPr>
        <p:spPr>
          <a:xfrm>
            <a:off x="521210" y="4087368"/>
            <a:ext cx="4114800" cy="1647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lang="en" sz="700">
                <a:solidFill>
                  <a:srgbClr val="0E7C86"/>
                </a:solidFill>
              </a:rPr>
              <a:t>BALANCED OUTLOOK</a:t>
            </a:r>
            <a:endParaRPr sz="1100"/>
          </a:p>
        </p:txBody>
      </p:sp>
      <p:sp>
        <p:nvSpPr>
          <p:cNvPr id="726" name="Google Shape;726;p38"/>
          <p:cNvSpPr txBox="1"/>
          <p:nvPr/>
        </p:nvSpPr>
        <p:spPr>
          <a:xfrm>
            <a:off x="521210" y="4265676"/>
            <a:ext cx="8033100" cy="3018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lang="en" sz="800">
                <a:solidFill>
                  <a:srgbClr val="14303F"/>
                </a:solidFill>
              </a:rPr>
              <a:t>Fuel cell </a:t>
            </a:r>
            <a:r>
              <a:rPr lang="en" sz="800">
                <a:solidFill>
                  <a:srgbClr val="14303F"/>
                </a:solidFill>
              </a:rPr>
              <a:t>technology</a:t>
            </a:r>
            <a:r>
              <a:rPr lang="en" sz="800">
                <a:solidFill>
                  <a:srgbClr val="14303F"/>
                </a:solidFill>
              </a:rPr>
              <a:t> is evolving towards cleaner, cheaper, longer-lived and more intelligent energy systems and applications include Mobility, Backup power systems and much more.</a:t>
            </a:r>
            <a:endParaRPr sz="1100"/>
          </a:p>
        </p:txBody>
      </p:sp>
      <p:sp>
        <p:nvSpPr>
          <p:cNvPr id="727" name="Google Shape;727;p38"/>
          <p:cNvSpPr txBox="1"/>
          <p:nvPr/>
        </p:nvSpPr>
        <p:spPr>
          <a:xfrm>
            <a:off x="342900" y="1227124"/>
            <a:ext cx="3429000" cy="109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713"/>
              <a:buFont typeface="Arial"/>
              <a:buNone/>
            </a:pPr>
            <a:r>
              <a:rPr b="1" lang="en" sz="713">
                <a:solidFill>
                  <a:srgbClr val="6B7F8C"/>
                </a:solidFill>
              </a:rPr>
              <a:t>KEY TECHNOLOGY DIRECTIONS</a:t>
            </a:r>
            <a:endParaRPr b="0" i="0" sz="1050" u="none" cap="none" strike="noStrike">
              <a:solidFill>
                <a:srgbClr val="000000"/>
              </a:solidFill>
              <a:latin typeface="Arial"/>
              <a:ea typeface="Arial"/>
              <a:cs typeface="Arial"/>
              <a:sym typeface="Arial"/>
            </a:endParaRPr>
          </a:p>
        </p:txBody>
      </p:sp>
      <p:sp>
        <p:nvSpPr>
          <p:cNvPr id="728" name="Google Shape;728;p38"/>
          <p:cNvSpPr/>
          <p:nvPr/>
        </p:nvSpPr>
        <p:spPr>
          <a:xfrm>
            <a:off x="342900" y="1432863"/>
            <a:ext cx="1881300" cy="720000"/>
          </a:xfrm>
          <a:prstGeom prst="roundRect">
            <a:avLst>
              <a:gd fmla="val 4500" name="adj"/>
            </a:avLst>
          </a:prstGeom>
          <a:solidFill>
            <a:srgbClr val="2E8B6A"/>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13"/>
              <a:buFont typeface="Arial"/>
              <a:buNone/>
            </a:pPr>
            <a:r>
              <a:rPr b="1" lang="en" sz="1013">
                <a:solidFill>
                  <a:srgbClr val="FFFFFF"/>
                </a:solidFill>
              </a:rPr>
              <a:t>BETTER MATERIALS</a:t>
            </a:r>
            <a:endParaRPr b="0" i="0" sz="1050" u="none" cap="none" strike="noStrike">
              <a:solidFill>
                <a:srgbClr val="000000"/>
              </a:solidFill>
              <a:latin typeface="Arial"/>
              <a:ea typeface="Arial"/>
              <a:cs typeface="Arial"/>
              <a:sym typeface="Arial"/>
            </a:endParaRPr>
          </a:p>
        </p:txBody>
      </p:sp>
      <p:sp>
        <p:nvSpPr>
          <p:cNvPr id="729" name="Google Shape;729;p38"/>
          <p:cNvSpPr/>
          <p:nvPr/>
        </p:nvSpPr>
        <p:spPr>
          <a:xfrm>
            <a:off x="2258517" y="1703754"/>
            <a:ext cx="219300" cy="178200"/>
          </a:xfrm>
          <a:prstGeom prst="rightArrow">
            <a:avLst>
              <a:gd fmla="val 42000" name="adj1"/>
              <a:gd fmla="val 45000" name="adj2"/>
            </a:avLst>
          </a:prstGeom>
          <a:solidFill>
            <a:srgbClr val="8A99A3"/>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350"/>
              <a:buFont typeface="Arial"/>
              <a:buNone/>
            </a:pPr>
            <a:r>
              <a:t/>
            </a:r>
            <a:endParaRPr b="0" i="0" sz="1350" u="none" cap="none" strike="noStrike">
              <a:solidFill>
                <a:srgbClr val="000000"/>
              </a:solidFill>
              <a:latin typeface="Calibri"/>
              <a:ea typeface="Calibri"/>
              <a:cs typeface="Calibri"/>
              <a:sym typeface="Calibri"/>
            </a:endParaRPr>
          </a:p>
        </p:txBody>
      </p:sp>
      <p:sp>
        <p:nvSpPr>
          <p:cNvPr id="730" name="Google Shape;730;p38"/>
          <p:cNvSpPr/>
          <p:nvPr/>
        </p:nvSpPr>
        <p:spPr>
          <a:xfrm>
            <a:off x="2512264" y="1432863"/>
            <a:ext cx="1881300" cy="720000"/>
          </a:xfrm>
          <a:prstGeom prst="roundRect">
            <a:avLst>
              <a:gd fmla="val 4500" name="adj"/>
            </a:avLst>
          </a:prstGeom>
          <a:solidFill>
            <a:srgbClr val="2C7BB6"/>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13"/>
              <a:buFont typeface="Arial"/>
              <a:buNone/>
            </a:pPr>
            <a:r>
              <a:rPr b="1" lang="en" sz="1013">
                <a:solidFill>
                  <a:srgbClr val="FFFFFF"/>
                </a:solidFill>
              </a:rPr>
              <a:t>HIGHER EFFICIENCY</a:t>
            </a:r>
            <a:endParaRPr b="0" i="0" sz="1050" u="none" cap="none" strike="noStrike">
              <a:solidFill>
                <a:srgbClr val="000000"/>
              </a:solidFill>
              <a:latin typeface="Arial"/>
              <a:ea typeface="Arial"/>
              <a:cs typeface="Arial"/>
              <a:sym typeface="Arial"/>
            </a:endParaRPr>
          </a:p>
        </p:txBody>
      </p:sp>
      <p:sp>
        <p:nvSpPr>
          <p:cNvPr id="731" name="Google Shape;731;p38"/>
          <p:cNvSpPr/>
          <p:nvPr/>
        </p:nvSpPr>
        <p:spPr>
          <a:xfrm>
            <a:off x="4427882" y="1703754"/>
            <a:ext cx="219300" cy="178200"/>
          </a:xfrm>
          <a:prstGeom prst="rightArrow">
            <a:avLst>
              <a:gd fmla="val 42000" name="adj1"/>
              <a:gd fmla="val 45000" name="adj2"/>
            </a:avLst>
          </a:prstGeom>
          <a:solidFill>
            <a:srgbClr val="8A99A3"/>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350"/>
              <a:buFont typeface="Arial"/>
              <a:buNone/>
            </a:pPr>
            <a:r>
              <a:t/>
            </a:r>
            <a:endParaRPr b="0" i="0" sz="1350" u="none" cap="none" strike="noStrike">
              <a:solidFill>
                <a:srgbClr val="000000"/>
              </a:solidFill>
              <a:latin typeface="Calibri"/>
              <a:ea typeface="Calibri"/>
              <a:cs typeface="Calibri"/>
              <a:sym typeface="Calibri"/>
            </a:endParaRPr>
          </a:p>
        </p:txBody>
      </p:sp>
      <p:sp>
        <p:nvSpPr>
          <p:cNvPr id="732" name="Google Shape;732;p38"/>
          <p:cNvSpPr/>
          <p:nvPr/>
        </p:nvSpPr>
        <p:spPr>
          <a:xfrm>
            <a:off x="4681629" y="1432863"/>
            <a:ext cx="1881300" cy="720000"/>
          </a:xfrm>
          <a:prstGeom prst="roundRect">
            <a:avLst>
              <a:gd fmla="val 4500" name="adj"/>
            </a:avLst>
          </a:prstGeom>
          <a:solidFill>
            <a:srgbClr val="17607D"/>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13"/>
              <a:buFont typeface="Arial"/>
              <a:buNone/>
            </a:pPr>
            <a:r>
              <a:rPr b="1" lang="en" sz="1013">
                <a:solidFill>
                  <a:srgbClr val="FFFFFF"/>
                </a:solidFill>
              </a:rPr>
              <a:t>LONGER LIFETIME</a:t>
            </a:r>
            <a:endParaRPr b="0" i="0" sz="1050" u="none" cap="none" strike="noStrike">
              <a:solidFill>
                <a:srgbClr val="000000"/>
              </a:solidFill>
              <a:latin typeface="Arial"/>
              <a:ea typeface="Arial"/>
              <a:cs typeface="Arial"/>
              <a:sym typeface="Arial"/>
            </a:endParaRPr>
          </a:p>
        </p:txBody>
      </p:sp>
      <p:sp>
        <p:nvSpPr>
          <p:cNvPr id="733" name="Google Shape;733;p38"/>
          <p:cNvSpPr/>
          <p:nvPr/>
        </p:nvSpPr>
        <p:spPr>
          <a:xfrm>
            <a:off x="6597247" y="1703754"/>
            <a:ext cx="219300" cy="178200"/>
          </a:xfrm>
          <a:prstGeom prst="rightArrow">
            <a:avLst>
              <a:gd fmla="val 42000" name="adj1"/>
              <a:gd fmla="val 45000" name="adj2"/>
            </a:avLst>
          </a:prstGeom>
          <a:solidFill>
            <a:srgbClr val="8A99A3"/>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350"/>
              <a:buFont typeface="Arial"/>
              <a:buNone/>
            </a:pPr>
            <a:r>
              <a:t/>
            </a:r>
            <a:endParaRPr b="0" i="0" sz="1350" u="none" cap="none" strike="noStrike">
              <a:solidFill>
                <a:srgbClr val="000000"/>
              </a:solidFill>
              <a:latin typeface="Calibri"/>
              <a:ea typeface="Calibri"/>
              <a:cs typeface="Calibri"/>
              <a:sym typeface="Calibri"/>
            </a:endParaRPr>
          </a:p>
        </p:txBody>
      </p:sp>
      <p:sp>
        <p:nvSpPr>
          <p:cNvPr id="734" name="Google Shape;734;p38"/>
          <p:cNvSpPr/>
          <p:nvPr/>
        </p:nvSpPr>
        <p:spPr>
          <a:xfrm>
            <a:off x="6850994" y="1432863"/>
            <a:ext cx="1881300" cy="720000"/>
          </a:xfrm>
          <a:prstGeom prst="roundRect">
            <a:avLst>
              <a:gd fmla="val 4500" name="adj"/>
            </a:avLst>
          </a:prstGeom>
          <a:solidFill>
            <a:srgbClr val="E8792B"/>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13"/>
              <a:buFont typeface="Arial"/>
              <a:buNone/>
            </a:pPr>
            <a:r>
              <a:rPr b="1" lang="en" sz="1013">
                <a:solidFill>
                  <a:srgbClr val="FFFFFF"/>
                </a:solidFill>
              </a:rPr>
              <a:t>LOWER SYSTEM COST</a:t>
            </a:r>
            <a:endParaRPr b="0" i="0" sz="1050" u="none" cap="none" strike="noStrike">
              <a:solidFill>
                <a:srgbClr val="000000"/>
              </a:solidFill>
              <a:latin typeface="Arial"/>
              <a:ea typeface="Arial"/>
              <a:cs typeface="Arial"/>
              <a:sym typeface="Arial"/>
            </a:endParaRPr>
          </a:p>
        </p:txBody>
      </p:sp>
      <p:sp>
        <p:nvSpPr>
          <p:cNvPr id="735" name="Google Shape;735;p38"/>
          <p:cNvSpPr/>
          <p:nvPr/>
        </p:nvSpPr>
        <p:spPr>
          <a:xfrm>
            <a:off x="342900" y="2530141"/>
            <a:ext cx="1578900" cy="1042500"/>
          </a:xfrm>
          <a:prstGeom prst="roundRect">
            <a:avLst>
              <a:gd fmla="val 4500" name="adj"/>
            </a:avLst>
          </a:prstGeom>
          <a:solidFill>
            <a:srgbClr val="FFFFFF"/>
          </a:solidFill>
          <a:ln cap="flat" cmpd="sng" w="9525">
            <a:solidFill>
              <a:srgbClr val="D5DFE5"/>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350"/>
              <a:buFont typeface="Arial"/>
              <a:buNone/>
            </a:pPr>
            <a:r>
              <a:t/>
            </a:r>
            <a:endParaRPr b="0" i="0" sz="1350" u="none" cap="none" strike="noStrike">
              <a:solidFill>
                <a:srgbClr val="000000"/>
              </a:solidFill>
              <a:latin typeface="Calibri"/>
              <a:ea typeface="Calibri"/>
              <a:cs typeface="Calibri"/>
              <a:sym typeface="Calibri"/>
            </a:endParaRPr>
          </a:p>
        </p:txBody>
      </p:sp>
      <p:sp>
        <p:nvSpPr>
          <p:cNvPr id="736" name="Google Shape;736;p38"/>
          <p:cNvSpPr/>
          <p:nvPr/>
        </p:nvSpPr>
        <p:spPr>
          <a:xfrm>
            <a:off x="342900" y="2530141"/>
            <a:ext cx="1578900" cy="37800"/>
          </a:xfrm>
          <a:prstGeom prst="rect">
            <a:avLst/>
          </a:prstGeom>
          <a:solidFill>
            <a:srgbClr val="2E8B6A"/>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350"/>
              <a:buFont typeface="Arial"/>
              <a:buNone/>
            </a:pPr>
            <a:r>
              <a:t/>
            </a:r>
            <a:endParaRPr b="0" i="0" sz="1350" u="none" cap="none" strike="noStrike">
              <a:solidFill>
                <a:srgbClr val="000000"/>
              </a:solidFill>
              <a:latin typeface="Calibri"/>
              <a:ea typeface="Calibri"/>
              <a:cs typeface="Calibri"/>
              <a:sym typeface="Calibri"/>
            </a:endParaRPr>
          </a:p>
        </p:txBody>
      </p:sp>
      <p:sp>
        <p:nvSpPr>
          <p:cNvPr id="737" name="Google Shape;737;p38"/>
          <p:cNvSpPr txBox="1"/>
          <p:nvPr/>
        </p:nvSpPr>
        <p:spPr>
          <a:xfrm>
            <a:off x="445771" y="2660443"/>
            <a:ext cx="1373700" cy="411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863"/>
              <a:buFont typeface="Arial"/>
              <a:buNone/>
            </a:pPr>
            <a:r>
              <a:rPr b="1" lang="en" sz="863">
                <a:solidFill>
                  <a:srgbClr val="123243"/>
                </a:solidFill>
              </a:rPr>
              <a:t>Power Density</a:t>
            </a:r>
            <a:endParaRPr b="0" i="0" sz="1050" u="none" cap="none" strike="noStrike">
              <a:solidFill>
                <a:srgbClr val="000000"/>
              </a:solidFill>
              <a:latin typeface="Arial"/>
              <a:ea typeface="Arial"/>
              <a:cs typeface="Arial"/>
              <a:sym typeface="Arial"/>
            </a:endParaRPr>
          </a:p>
          <a:p>
            <a:pPr indent="0" lvl="0" marL="0" marR="0" rtl="0" algn="l">
              <a:lnSpc>
                <a:spcPct val="108000"/>
              </a:lnSpc>
              <a:spcBef>
                <a:spcPts val="375"/>
              </a:spcBef>
              <a:spcAft>
                <a:spcPts val="0"/>
              </a:spcAft>
              <a:buClr>
                <a:srgbClr val="000000"/>
              </a:buClr>
              <a:buSzPts val="720"/>
              <a:buFont typeface="Arial"/>
              <a:buNone/>
            </a:pPr>
            <a:r>
              <a:rPr lang="en" sz="720">
                <a:solidFill>
                  <a:srgbClr val="3A4E5A"/>
                </a:solidFill>
              </a:rPr>
              <a:t>More output from smaller, lighter stacks</a:t>
            </a:r>
            <a:endParaRPr b="0" i="0" sz="1050" u="none" cap="none" strike="noStrike">
              <a:solidFill>
                <a:srgbClr val="000000"/>
              </a:solidFill>
              <a:latin typeface="Arial"/>
              <a:ea typeface="Arial"/>
              <a:cs typeface="Arial"/>
              <a:sym typeface="Arial"/>
            </a:endParaRPr>
          </a:p>
        </p:txBody>
      </p:sp>
      <p:sp>
        <p:nvSpPr>
          <p:cNvPr id="738" name="Google Shape;738;p38"/>
          <p:cNvSpPr/>
          <p:nvPr/>
        </p:nvSpPr>
        <p:spPr>
          <a:xfrm>
            <a:off x="2045473" y="2530141"/>
            <a:ext cx="1578900" cy="1042500"/>
          </a:xfrm>
          <a:prstGeom prst="roundRect">
            <a:avLst>
              <a:gd fmla="val 4500" name="adj"/>
            </a:avLst>
          </a:prstGeom>
          <a:solidFill>
            <a:srgbClr val="FFFFFF"/>
          </a:solidFill>
          <a:ln cap="flat" cmpd="sng" w="9525">
            <a:solidFill>
              <a:srgbClr val="D5DFE5"/>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350"/>
              <a:buFont typeface="Arial"/>
              <a:buNone/>
            </a:pPr>
            <a:r>
              <a:t/>
            </a:r>
            <a:endParaRPr b="0" i="0" sz="1350" u="none" cap="none" strike="noStrike">
              <a:solidFill>
                <a:srgbClr val="000000"/>
              </a:solidFill>
              <a:latin typeface="Calibri"/>
              <a:ea typeface="Calibri"/>
              <a:cs typeface="Calibri"/>
              <a:sym typeface="Calibri"/>
            </a:endParaRPr>
          </a:p>
        </p:txBody>
      </p:sp>
      <p:sp>
        <p:nvSpPr>
          <p:cNvPr id="739" name="Google Shape;739;p38"/>
          <p:cNvSpPr/>
          <p:nvPr/>
        </p:nvSpPr>
        <p:spPr>
          <a:xfrm>
            <a:off x="2045473" y="2530141"/>
            <a:ext cx="1578900" cy="37800"/>
          </a:xfrm>
          <a:prstGeom prst="rect">
            <a:avLst/>
          </a:prstGeom>
          <a:solidFill>
            <a:srgbClr val="17607D"/>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350"/>
              <a:buFont typeface="Arial"/>
              <a:buNone/>
            </a:pPr>
            <a:r>
              <a:t/>
            </a:r>
            <a:endParaRPr b="0" i="0" sz="1350" u="none" cap="none" strike="noStrike">
              <a:solidFill>
                <a:srgbClr val="000000"/>
              </a:solidFill>
              <a:latin typeface="Calibri"/>
              <a:ea typeface="Calibri"/>
              <a:cs typeface="Calibri"/>
              <a:sym typeface="Calibri"/>
            </a:endParaRPr>
          </a:p>
        </p:txBody>
      </p:sp>
      <p:sp>
        <p:nvSpPr>
          <p:cNvPr id="740" name="Google Shape;740;p38"/>
          <p:cNvSpPr txBox="1"/>
          <p:nvPr/>
        </p:nvSpPr>
        <p:spPr>
          <a:xfrm>
            <a:off x="2148344" y="2660443"/>
            <a:ext cx="1373700" cy="411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863"/>
              <a:buFont typeface="Arial"/>
              <a:buNone/>
            </a:pPr>
            <a:r>
              <a:rPr b="1" lang="en" sz="863">
                <a:solidFill>
                  <a:srgbClr val="123243"/>
                </a:solidFill>
              </a:rPr>
              <a:t>Dynamic Response</a:t>
            </a:r>
            <a:endParaRPr b="0" i="0" sz="1050" u="none" cap="none" strike="noStrike">
              <a:solidFill>
                <a:srgbClr val="000000"/>
              </a:solidFill>
              <a:latin typeface="Arial"/>
              <a:ea typeface="Arial"/>
              <a:cs typeface="Arial"/>
              <a:sym typeface="Arial"/>
            </a:endParaRPr>
          </a:p>
          <a:p>
            <a:pPr indent="0" lvl="0" marL="0" marR="0" rtl="0" algn="l">
              <a:lnSpc>
                <a:spcPct val="108000"/>
              </a:lnSpc>
              <a:spcBef>
                <a:spcPts val="375"/>
              </a:spcBef>
              <a:spcAft>
                <a:spcPts val="0"/>
              </a:spcAft>
              <a:buClr>
                <a:srgbClr val="000000"/>
              </a:buClr>
              <a:buSzPts val="720"/>
              <a:buFont typeface="Arial"/>
              <a:buNone/>
            </a:pPr>
            <a:r>
              <a:rPr lang="en" sz="720">
                <a:solidFill>
                  <a:srgbClr val="3A4E5A"/>
                </a:solidFill>
              </a:rPr>
              <a:t>Faster response to changing loads</a:t>
            </a:r>
            <a:endParaRPr b="0" i="0" sz="1050" u="none" cap="none" strike="noStrike">
              <a:solidFill>
                <a:srgbClr val="000000"/>
              </a:solidFill>
              <a:latin typeface="Arial"/>
              <a:ea typeface="Arial"/>
              <a:cs typeface="Arial"/>
              <a:sym typeface="Arial"/>
            </a:endParaRPr>
          </a:p>
        </p:txBody>
      </p:sp>
      <p:sp>
        <p:nvSpPr>
          <p:cNvPr id="741" name="Google Shape;741;p38"/>
          <p:cNvSpPr/>
          <p:nvPr/>
        </p:nvSpPr>
        <p:spPr>
          <a:xfrm>
            <a:off x="3748046" y="2530141"/>
            <a:ext cx="1578900" cy="1042500"/>
          </a:xfrm>
          <a:prstGeom prst="roundRect">
            <a:avLst>
              <a:gd fmla="val 4500" name="adj"/>
            </a:avLst>
          </a:prstGeom>
          <a:solidFill>
            <a:srgbClr val="FFFFFF"/>
          </a:solidFill>
          <a:ln cap="flat" cmpd="sng" w="9525">
            <a:solidFill>
              <a:srgbClr val="D5DFE5"/>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350"/>
              <a:buFont typeface="Arial"/>
              <a:buNone/>
            </a:pPr>
            <a:r>
              <a:t/>
            </a:r>
            <a:endParaRPr b="0" i="0" sz="1350" u="none" cap="none" strike="noStrike">
              <a:solidFill>
                <a:srgbClr val="000000"/>
              </a:solidFill>
              <a:latin typeface="Calibri"/>
              <a:ea typeface="Calibri"/>
              <a:cs typeface="Calibri"/>
              <a:sym typeface="Calibri"/>
            </a:endParaRPr>
          </a:p>
        </p:txBody>
      </p:sp>
      <p:sp>
        <p:nvSpPr>
          <p:cNvPr id="742" name="Google Shape;742;p38"/>
          <p:cNvSpPr/>
          <p:nvPr/>
        </p:nvSpPr>
        <p:spPr>
          <a:xfrm>
            <a:off x="3748046" y="2530141"/>
            <a:ext cx="1578900" cy="37800"/>
          </a:xfrm>
          <a:prstGeom prst="rect">
            <a:avLst/>
          </a:prstGeom>
          <a:solidFill>
            <a:srgbClr val="2C7BB6"/>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350"/>
              <a:buFont typeface="Arial"/>
              <a:buNone/>
            </a:pPr>
            <a:r>
              <a:t/>
            </a:r>
            <a:endParaRPr b="0" i="0" sz="1350" u="none" cap="none" strike="noStrike">
              <a:solidFill>
                <a:srgbClr val="000000"/>
              </a:solidFill>
              <a:latin typeface="Calibri"/>
              <a:ea typeface="Calibri"/>
              <a:cs typeface="Calibri"/>
              <a:sym typeface="Calibri"/>
            </a:endParaRPr>
          </a:p>
        </p:txBody>
      </p:sp>
      <p:sp>
        <p:nvSpPr>
          <p:cNvPr id="743" name="Google Shape;743;p38"/>
          <p:cNvSpPr txBox="1"/>
          <p:nvPr/>
        </p:nvSpPr>
        <p:spPr>
          <a:xfrm>
            <a:off x="3850916" y="2660443"/>
            <a:ext cx="1373700" cy="544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863"/>
              <a:buFont typeface="Arial"/>
              <a:buNone/>
            </a:pPr>
            <a:r>
              <a:rPr b="1" lang="en" sz="863">
                <a:solidFill>
                  <a:srgbClr val="123243"/>
                </a:solidFill>
              </a:rPr>
              <a:t>Therman and Water control</a:t>
            </a:r>
            <a:endParaRPr b="0" i="0" sz="1050" u="none" cap="none" strike="noStrike">
              <a:solidFill>
                <a:srgbClr val="000000"/>
              </a:solidFill>
              <a:latin typeface="Arial"/>
              <a:ea typeface="Arial"/>
              <a:cs typeface="Arial"/>
              <a:sym typeface="Arial"/>
            </a:endParaRPr>
          </a:p>
          <a:p>
            <a:pPr indent="0" lvl="0" marL="0" marR="0" rtl="0" algn="l">
              <a:lnSpc>
                <a:spcPct val="108000"/>
              </a:lnSpc>
              <a:spcBef>
                <a:spcPts val="375"/>
              </a:spcBef>
              <a:spcAft>
                <a:spcPts val="0"/>
              </a:spcAft>
              <a:buClr>
                <a:srgbClr val="000000"/>
              </a:buClr>
              <a:buSzPts val="720"/>
              <a:buFont typeface="Arial"/>
              <a:buNone/>
            </a:pPr>
            <a:r>
              <a:rPr lang="en" sz="720">
                <a:solidFill>
                  <a:srgbClr val="3A4E5A"/>
                </a:solidFill>
              </a:rPr>
              <a:t>Better operating </a:t>
            </a:r>
            <a:r>
              <a:rPr lang="en" sz="720">
                <a:solidFill>
                  <a:srgbClr val="3A4E5A"/>
                </a:solidFill>
              </a:rPr>
              <a:t>stability</a:t>
            </a:r>
            <a:r>
              <a:rPr lang="en" sz="720">
                <a:solidFill>
                  <a:srgbClr val="3A4E5A"/>
                </a:solidFill>
              </a:rPr>
              <a:t> and efficiency</a:t>
            </a:r>
            <a:endParaRPr b="0" i="0" sz="1050" u="none" cap="none" strike="noStrike">
              <a:solidFill>
                <a:srgbClr val="000000"/>
              </a:solidFill>
              <a:latin typeface="Arial"/>
              <a:ea typeface="Arial"/>
              <a:cs typeface="Arial"/>
              <a:sym typeface="Arial"/>
            </a:endParaRPr>
          </a:p>
        </p:txBody>
      </p:sp>
      <p:sp>
        <p:nvSpPr>
          <p:cNvPr id="744" name="Google Shape;744;p38"/>
          <p:cNvSpPr/>
          <p:nvPr/>
        </p:nvSpPr>
        <p:spPr>
          <a:xfrm>
            <a:off x="5450620" y="2530141"/>
            <a:ext cx="1578900" cy="1042500"/>
          </a:xfrm>
          <a:prstGeom prst="roundRect">
            <a:avLst>
              <a:gd fmla="val 4500" name="adj"/>
            </a:avLst>
          </a:prstGeom>
          <a:solidFill>
            <a:srgbClr val="FFFFFF"/>
          </a:solidFill>
          <a:ln cap="flat" cmpd="sng" w="9525">
            <a:solidFill>
              <a:srgbClr val="D5DFE5"/>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350"/>
              <a:buFont typeface="Arial"/>
              <a:buNone/>
            </a:pPr>
            <a:r>
              <a:t/>
            </a:r>
            <a:endParaRPr b="0" i="0" sz="1350" u="none" cap="none" strike="noStrike">
              <a:solidFill>
                <a:srgbClr val="000000"/>
              </a:solidFill>
              <a:latin typeface="Calibri"/>
              <a:ea typeface="Calibri"/>
              <a:cs typeface="Calibri"/>
              <a:sym typeface="Calibri"/>
            </a:endParaRPr>
          </a:p>
        </p:txBody>
      </p:sp>
      <p:sp>
        <p:nvSpPr>
          <p:cNvPr id="745" name="Google Shape;745;p38"/>
          <p:cNvSpPr/>
          <p:nvPr/>
        </p:nvSpPr>
        <p:spPr>
          <a:xfrm>
            <a:off x="5450620" y="2530141"/>
            <a:ext cx="1578900" cy="37800"/>
          </a:xfrm>
          <a:prstGeom prst="rect">
            <a:avLst/>
          </a:prstGeom>
          <a:solidFill>
            <a:srgbClr val="E8792B"/>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350"/>
              <a:buFont typeface="Arial"/>
              <a:buNone/>
            </a:pPr>
            <a:r>
              <a:t/>
            </a:r>
            <a:endParaRPr b="0" i="0" sz="1350" u="none" cap="none" strike="noStrike">
              <a:solidFill>
                <a:srgbClr val="000000"/>
              </a:solidFill>
              <a:latin typeface="Calibri"/>
              <a:ea typeface="Calibri"/>
              <a:cs typeface="Calibri"/>
              <a:sym typeface="Calibri"/>
            </a:endParaRPr>
          </a:p>
        </p:txBody>
      </p:sp>
      <p:sp>
        <p:nvSpPr>
          <p:cNvPr id="746" name="Google Shape;746;p38"/>
          <p:cNvSpPr txBox="1"/>
          <p:nvPr/>
        </p:nvSpPr>
        <p:spPr>
          <a:xfrm>
            <a:off x="5553490" y="2660443"/>
            <a:ext cx="1373700" cy="411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863"/>
              <a:buFont typeface="Arial"/>
              <a:buNone/>
            </a:pPr>
            <a:r>
              <a:rPr b="1" lang="en" sz="863">
                <a:solidFill>
                  <a:srgbClr val="123243"/>
                </a:solidFill>
              </a:rPr>
              <a:t>Digital control</a:t>
            </a:r>
            <a:endParaRPr b="0" i="0" sz="1050" u="none" cap="none" strike="noStrike">
              <a:solidFill>
                <a:srgbClr val="000000"/>
              </a:solidFill>
              <a:latin typeface="Arial"/>
              <a:ea typeface="Arial"/>
              <a:cs typeface="Arial"/>
              <a:sym typeface="Arial"/>
            </a:endParaRPr>
          </a:p>
          <a:p>
            <a:pPr indent="0" lvl="0" marL="0" marR="0" rtl="0" algn="l">
              <a:lnSpc>
                <a:spcPct val="108000"/>
              </a:lnSpc>
              <a:spcBef>
                <a:spcPts val="375"/>
              </a:spcBef>
              <a:spcAft>
                <a:spcPts val="0"/>
              </a:spcAft>
              <a:buClr>
                <a:srgbClr val="000000"/>
              </a:buClr>
              <a:buSzPts val="720"/>
              <a:buFont typeface="Arial"/>
              <a:buNone/>
            </a:pPr>
            <a:r>
              <a:rPr lang="en" sz="720">
                <a:solidFill>
                  <a:srgbClr val="3A4E5A"/>
                </a:solidFill>
              </a:rPr>
              <a:t>Smarter diagnostics and optimization</a:t>
            </a:r>
            <a:endParaRPr b="0" i="0" sz="1050" u="none" cap="none" strike="noStrike">
              <a:solidFill>
                <a:srgbClr val="000000"/>
              </a:solidFill>
              <a:latin typeface="Arial"/>
              <a:ea typeface="Arial"/>
              <a:cs typeface="Arial"/>
              <a:sym typeface="Arial"/>
            </a:endParaRPr>
          </a:p>
        </p:txBody>
      </p:sp>
      <p:sp>
        <p:nvSpPr>
          <p:cNvPr id="747" name="Google Shape;747;p38"/>
          <p:cNvSpPr/>
          <p:nvPr/>
        </p:nvSpPr>
        <p:spPr>
          <a:xfrm>
            <a:off x="7153193" y="2530141"/>
            <a:ext cx="1578900" cy="1042500"/>
          </a:xfrm>
          <a:prstGeom prst="roundRect">
            <a:avLst>
              <a:gd fmla="val 4500" name="adj"/>
            </a:avLst>
          </a:prstGeom>
          <a:solidFill>
            <a:srgbClr val="FFFFFF"/>
          </a:solidFill>
          <a:ln cap="flat" cmpd="sng" w="9525">
            <a:solidFill>
              <a:srgbClr val="D5DFE5"/>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350"/>
              <a:buFont typeface="Arial"/>
              <a:buNone/>
            </a:pPr>
            <a:r>
              <a:t/>
            </a:r>
            <a:endParaRPr b="0" i="0" sz="1350" u="none" cap="none" strike="noStrike">
              <a:solidFill>
                <a:srgbClr val="000000"/>
              </a:solidFill>
              <a:latin typeface="Calibri"/>
              <a:ea typeface="Calibri"/>
              <a:cs typeface="Calibri"/>
              <a:sym typeface="Calibri"/>
            </a:endParaRPr>
          </a:p>
        </p:txBody>
      </p:sp>
      <p:sp>
        <p:nvSpPr>
          <p:cNvPr id="748" name="Google Shape;748;p38"/>
          <p:cNvSpPr/>
          <p:nvPr/>
        </p:nvSpPr>
        <p:spPr>
          <a:xfrm>
            <a:off x="7153193" y="2530141"/>
            <a:ext cx="1578900" cy="37800"/>
          </a:xfrm>
          <a:prstGeom prst="rect">
            <a:avLst/>
          </a:prstGeom>
          <a:solidFill>
            <a:srgbClr val="8A4F14"/>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350"/>
              <a:buFont typeface="Arial"/>
              <a:buNone/>
            </a:pPr>
            <a:r>
              <a:t/>
            </a:r>
            <a:endParaRPr b="0" i="0" sz="1350" u="none" cap="none" strike="noStrike">
              <a:solidFill>
                <a:srgbClr val="000000"/>
              </a:solidFill>
              <a:latin typeface="Calibri"/>
              <a:ea typeface="Calibri"/>
              <a:cs typeface="Calibri"/>
              <a:sym typeface="Calibri"/>
            </a:endParaRPr>
          </a:p>
        </p:txBody>
      </p:sp>
      <p:sp>
        <p:nvSpPr>
          <p:cNvPr id="749" name="Google Shape;749;p38"/>
          <p:cNvSpPr txBox="1"/>
          <p:nvPr/>
        </p:nvSpPr>
        <p:spPr>
          <a:xfrm>
            <a:off x="7256063" y="2660443"/>
            <a:ext cx="1373700" cy="411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863"/>
              <a:buFont typeface="Arial"/>
              <a:buNone/>
            </a:pPr>
            <a:r>
              <a:rPr b="1" lang="en" sz="863">
                <a:solidFill>
                  <a:srgbClr val="123243"/>
                </a:solidFill>
              </a:rPr>
              <a:t>Scalable Manufacturing</a:t>
            </a:r>
            <a:endParaRPr b="0" i="0" sz="1050" u="none" cap="none" strike="noStrike">
              <a:solidFill>
                <a:srgbClr val="000000"/>
              </a:solidFill>
              <a:latin typeface="Arial"/>
              <a:ea typeface="Arial"/>
              <a:cs typeface="Arial"/>
              <a:sym typeface="Arial"/>
            </a:endParaRPr>
          </a:p>
          <a:p>
            <a:pPr indent="0" lvl="0" marL="0" marR="0" rtl="0" algn="l">
              <a:lnSpc>
                <a:spcPct val="108000"/>
              </a:lnSpc>
              <a:spcBef>
                <a:spcPts val="375"/>
              </a:spcBef>
              <a:spcAft>
                <a:spcPts val="0"/>
              </a:spcAft>
              <a:buClr>
                <a:srgbClr val="000000"/>
              </a:buClr>
              <a:buSzPts val="720"/>
              <a:buFont typeface="Arial"/>
              <a:buNone/>
            </a:pPr>
            <a:r>
              <a:rPr lang="en" sz="720">
                <a:solidFill>
                  <a:srgbClr val="3A4E5A"/>
                </a:solidFill>
              </a:rPr>
              <a:t>Automation and volume production reduce cost</a:t>
            </a:r>
            <a:endParaRPr b="0" i="0" sz="1050" u="none" cap="none" strike="noStrike">
              <a:solidFill>
                <a:srgbClr val="000000"/>
              </a:solidFill>
              <a:latin typeface="Arial"/>
              <a:ea typeface="Arial"/>
              <a:cs typeface="Arial"/>
              <a:sym typeface="Arial"/>
            </a:endParaRPr>
          </a:p>
        </p:txBody>
      </p:sp>
      <p:sp>
        <p:nvSpPr>
          <p:cNvPr id="750" name="Google Shape;750;p38"/>
          <p:cNvSpPr txBox="1"/>
          <p:nvPr/>
        </p:nvSpPr>
        <p:spPr>
          <a:xfrm>
            <a:off x="521206" y="1903248"/>
            <a:ext cx="1419600" cy="173400"/>
          </a:xfrm>
          <a:prstGeom prst="rect">
            <a:avLst/>
          </a:prstGeom>
          <a:noFill/>
          <a:ln>
            <a:noFill/>
          </a:ln>
        </p:spPr>
        <p:txBody>
          <a:bodyPr anchorCtr="0" anchor="t" bIns="34275" lIns="34275" spcFirstLastPara="1" rIns="34275" wrap="square" tIns="34275">
            <a:noAutofit/>
          </a:bodyPr>
          <a:lstStyle/>
          <a:p>
            <a:pPr indent="0" lvl="0" marL="0" marR="0" rtl="0" algn="ctr">
              <a:lnSpc>
                <a:spcPct val="101666"/>
              </a:lnSpc>
              <a:spcBef>
                <a:spcPts val="0"/>
              </a:spcBef>
              <a:spcAft>
                <a:spcPts val="0"/>
              </a:spcAft>
              <a:buNone/>
            </a:pPr>
            <a:r>
              <a:rPr lang="en" sz="700">
                <a:solidFill>
                  <a:schemeClr val="lt1"/>
                </a:solidFill>
              </a:rPr>
              <a:t>Membranes, Catalysts, MEAs</a:t>
            </a:r>
            <a:endParaRPr sz="1100">
              <a:solidFill>
                <a:schemeClr val="lt1"/>
              </a:solidFill>
            </a:endParaRPr>
          </a:p>
        </p:txBody>
      </p:sp>
      <p:sp>
        <p:nvSpPr>
          <p:cNvPr id="751" name="Google Shape;751;p38"/>
          <p:cNvSpPr txBox="1"/>
          <p:nvPr/>
        </p:nvSpPr>
        <p:spPr>
          <a:xfrm>
            <a:off x="2659233" y="1903228"/>
            <a:ext cx="1627200" cy="173400"/>
          </a:xfrm>
          <a:prstGeom prst="rect">
            <a:avLst/>
          </a:prstGeom>
          <a:noFill/>
          <a:ln>
            <a:noFill/>
          </a:ln>
        </p:spPr>
        <p:txBody>
          <a:bodyPr anchorCtr="0" anchor="t" bIns="34275" lIns="34275" spcFirstLastPara="1" rIns="34275" wrap="square" tIns="34275">
            <a:noAutofit/>
          </a:bodyPr>
          <a:lstStyle/>
          <a:p>
            <a:pPr indent="0" lvl="0" marL="0" marR="0" rtl="0" algn="ctr">
              <a:lnSpc>
                <a:spcPct val="101666"/>
              </a:lnSpc>
              <a:spcBef>
                <a:spcPts val="0"/>
              </a:spcBef>
              <a:spcAft>
                <a:spcPts val="0"/>
              </a:spcAft>
              <a:buNone/>
            </a:pPr>
            <a:r>
              <a:rPr lang="en" sz="700">
                <a:solidFill>
                  <a:schemeClr val="lt1"/>
                </a:solidFill>
              </a:rPr>
              <a:t>Less fuel, Less heat, Better utilization</a:t>
            </a:r>
            <a:endParaRPr sz="1100">
              <a:solidFill>
                <a:schemeClr val="lt1"/>
              </a:solidFill>
            </a:endParaRPr>
          </a:p>
        </p:txBody>
      </p:sp>
      <p:sp>
        <p:nvSpPr>
          <p:cNvPr id="752" name="Google Shape;752;p38"/>
          <p:cNvSpPr txBox="1"/>
          <p:nvPr/>
        </p:nvSpPr>
        <p:spPr>
          <a:xfrm>
            <a:off x="4849783" y="1910603"/>
            <a:ext cx="1627200" cy="173400"/>
          </a:xfrm>
          <a:prstGeom prst="rect">
            <a:avLst/>
          </a:prstGeom>
          <a:noFill/>
          <a:ln>
            <a:noFill/>
          </a:ln>
        </p:spPr>
        <p:txBody>
          <a:bodyPr anchorCtr="0" anchor="t" bIns="34275" lIns="34275" spcFirstLastPara="1" rIns="34275" wrap="square" tIns="34275">
            <a:noAutofit/>
          </a:bodyPr>
          <a:lstStyle/>
          <a:p>
            <a:pPr indent="0" lvl="0" marL="0" marR="0" rtl="0" algn="ctr">
              <a:lnSpc>
                <a:spcPct val="101666"/>
              </a:lnSpc>
              <a:spcBef>
                <a:spcPts val="0"/>
              </a:spcBef>
              <a:spcAft>
                <a:spcPts val="0"/>
              </a:spcAft>
              <a:buNone/>
            </a:pPr>
            <a:r>
              <a:rPr lang="en" sz="700">
                <a:solidFill>
                  <a:schemeClr val="lt1"/>
                </a:solidFill>
              </a:rPr>
              <a:t>Durability, Degradation management</a:t>
            </a:r>
            <a:endParaRPr sz="1100">
              <a:solidFill>
                <a:schemeClr val="lt1"/>
              </a:solidFill>
            </a:endParaRPr>
          </a:p>
        </p:txBody>
      </p:sp>
      <p:sp>
        <p:nvSpPr>
          <p:cNvPr id="753" name="Google Shape;753;p38"/>
          <p:cNvSpPr txBox="1"/>
          <p:nvPr/>
        </p:nvSpPr>
        <p:spPr>
          <a:xfrm>
            <a:off x="6984375" y="1910603"/>
            <a:ext cx="1627200" cy="173400"/>
          </a:xfrm>
          <a:prstGeom prst="rect">
            <a:avLst/>
          </a:prstGeom>
          <a:noFill/>
          <a:ln>
            <a:noFill/>
          </a:ln>
        </p:spPr>
        <p:txBody>
          <a:bodyPr anchorCtr="0" anchor="t" bIns="34275" lIns="34275" spcFirstLastPara="1" rIns="34275" wrap="square" tIns="34275">
            <a:noAutofit/>
          </a:bodyPr>
          <a:lstStyle/>
          <a:p>
            <a:pPr indent="0" lvl="0" marL="0" marR="0" rtl="0" algn="ctr">
              <a:lnSpc>
                <a:spcPct val="101666"/>
              </a:lnSpc>
              <a:spcBef>
                <a:spcPts val="0"/>
              </a:spcBef>
              <a:spcAft>
                <a:spcPts val="0"/>
              </a:spcAft>
              <a:buNone/>
            </a:pPr>
            <a:r>
              <a:rPr lang="en" sz="700">
                <a:solidFill>
                  <a:schemeClr val="lt1"/>
                </a:solidFill>
              </a:rPr>
              <a:t>Scale, Integration, Manufacturability</a:t>
            </a:r>
            <a:endParaRPr sz="1100">
              <a:solidFill>
                <a:schemeClr val="lt1"/>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2530"/>
        </a:solidFill>
      </p:bgPr>
    </p:bg>
    <p:spTree>
      <p:nvGrpSpPr>
        <p:cNvPr id="758" name="Shape 758"/>
        <p:cNvGrpSpPr/>
        <p:nvPr/>
      </p:nvGrpSpPr>
      <p:grpSpPr>
        <a:xfrm>
          <a:off x="0" y="0"/>
          <a:ext cx="0" cy="0"/>
          <a:chOff x="0" y="0"/>
          <a:chExt cx="0" cy="0"/>
        </a:xfrm>
      </p:grpSpPr>
      <p:sp>
        <p:nvSpPr>
          <p:cNvPr id="759" name="Google Shape;759;p39"/>
          <p:cNvSpPr/>
          <p:nvPr/>
        </p:nvSpPr>
        <p:spPr>
          <a:xfrm>
            <a:off x="0" y="0"/>
            <a:ext cx="9144000" cy="5143500"/>
          </a:xfrm>
          <a:prstGeom prst="rect">
            <a:avLst/>
          </a:prstGeom>
          <a:solidFill>
            <a:srgbClr val="0A2530"/>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60" name="Google Shape;760;p39"/>
          <p:cNvSpPr txBox="1"/>
          <p:nvPr/>
        </p:nvSpPr>
        <p:spPr>
          <a:xfrm>
            <a:off x="342901" y="274320"/>
            <a:ext cx="8389500" cy="1509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700">
                <a:solidFill>
                  <a:srgbClr val="C77A12"/>
                </a:solidFill>
                <a:latin typeface="Arial"/>
                <a:ea typeface="Arial"/>
                <a:cs typeface="Arial"/>
                <a:sym typeface="Arial"/>
              </a:rPr>
              <a:t>06 · CONCLUSION</a:t>
            </a:r>
            <a:endParaRPr sz="1100"/>
          </a:p>
        </p:txBody>
      </p:sp>
      <p:sp>
        <p:nvSpPr>
          <p:cNvPr id="761" name="Google Shape;761;p39"/>
          <p:cNvSpPr txBox="1"/>
          <p:nvPr/>
        </p:nvSpPr>
        <p:spPr>
          <a:xfrm>
            <a:off x="342901" y="452628"/>
            <a:ext cx="8458200" cy="3708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lang="en" sz="2000">
                <a:solidFill>
                  <a:srgbClr val="FFFFFF"/>
                </a:solidFill>
              </a:rPr>
              <a:t>Recap - Fuel cell as an energy source</a:t>
            </a:r>
            <a:endParaRPr sz="1100"/>
          </a:p>
        </p:txBody>
      </p:sp>
      <p:sp>
        <p:nvSpPr>
          <p:cNvPr id="762" name="Google Shape;762;p39"/>
          <p:cNvSpPr/>
          <p:nvPr/>
        </p:nvSpPr>
        <p:spPr>
          <a:xfrm>
            <a:off x="377192" y="1207008"/>
            <a:ext cx="2686800" cy="809400"/>
          </a:xfrm>
          <a:prstGeom prst="roundRect">
            <a:avLst>
              <a:gd fmla="val 5932" name="adj"/>
            </a:avLst>
          </a:prstGeom>
          <a:solidFill>
            <a:srgbClr val="11364A"/>
          </a:solidFill>
          <a:ln cap="flat" cmpd="sng" w="7150">
            <a:solidFill>
              <a:srgbClr val="2A5769"/>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63" name="Google Shape;763;p39"/>
          <p:cNvSpPr txBox="1"/>
          <p:nvPr/>
        </p:nvSpPr>
        <p:spPr>
          <a:xfrm>
            <a:off x="493778" y="1327709"/>
            <a:ext cx="2453700" cy="2022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900">
                <a:solidFill>
                  <a:srgbClr val="FFFFFF"/>
                </a:solidFill>
                <a:latin typeface="Arial"/>
                <a:ea typeface="Arial"/>
                <a:cs typeface="Arial"/>
                <a:sym typeface="Arial"/>
              </a:rPr>
              <a:t>A converter, not a source</a:t>
            </a:r>
            <a:endParaRPr sz="1100"/>
          </a:p>
        </p:txBody>
      </p:sp>
      <p:sp>
        <p:nvSpPr>
          <p:cNvPr id="764" name="Google Shape;764;p39"/>
          <p:cNvSpPr txBox="1"/>
          <p:nvPr/>
        </p:nvSpPr>
        <p:spPr>
          <a:xfrm>
            <a:off x="493778" y="1509350"/>
            <a:ext cx="2453700" cy="2892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BCD0D8"/>
                </a:solidFill>
                <a:latin typeface="Arial"/>
                <a:ea typeface="Arial"/>
                <a:cs typeface="Arial"/>
                <a:sym typeface="Arial"/>
              </a:rPr>
              <a:t>Hydrogen stores the energy; the cell releases it on demand.</a:t>
            </a:r>
            <a:endParaRPr sz="1100"/>
          </a:p>
        </p:txBody>
      </p:sp>
      <p:sp>
        <p:nvSpPr>
          <p:cNvPr id="765" name="Google Shape;765;p39"/>
          <p:cNvSpPr/>
          <p:nvPr/>
        </p:nvSpPr>
        <p:spPr>
          <a:xfrm>
            <a:off x="3228599" y="1207008"/>
            <a:ext cx="2686800" cy="809400"/>
          </a:xfrm>
          <a:prstGeom prst="roundRect">
            <a:avLst>
              <a:gd fmla="val 5932" name="adj"/>
            </a:avLst>
          </a:prstGeom>
          <a:solidFill>
            <a:srgbClr val="11364A"/>
          </a:solidFill>
          <a:ln cap="flat" cmpd="sng" w="7150">
            <a:solidFill>
              <a:srgbClr val="2A5769"/>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66" name="Google Shape;766;p39"/>
          <p:cNvSpPr txBox="1"/>
          <p:nvPr/>
        </p:nvSpPr>
        <p:spPr>
          <a:xfrm>
            <a:off x="3345185" y="1327709"/>
            <a:ext cx="2453700" cy="2022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900">
                <a:solidFill>
                  <a:srgbClr val="FFFFFF"/>
                </a:solidFill>
                <a:latin typeface="Arial"/>
                <a:ea typeface="Arial"/>
                <a:cs typeface="Arial"/>
                <a:sym typeface="Arial"/>
              </a:rPr>
              <a:t>No comb</a:t>
            </a:r>
            <a:r>
              <a:rPr b="1" lang="en" sz="900">
                <a:solidFill>
                  <a:srgbClr val="FFFFFF"/>
                </a:solidFill>
              </a:rPr>
              <a:t>ustion</a:t>
            </a:r>
            <a:endParaRPr sz="1100"/>
          </a:p>
        </p:txBody>
      </p:sp>
      <p:sp>
        <p:nvSpPr>
          <p:cNvPr id="767" name="Google Shape;767;p39"/>
          <p:cNvSpPr txBox="1"/>
          <p:nvPr/>
        </p:nvSpPr>
        <p:spPr>
          <a:xfrm>
            <a:off x="3345185" y="1509350"/>
            <a:ext cx="2453700" cy="1788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lang="en" sz="700">
                <a:solidFill>
                  <a:srgbClr val="BCD0D8"/>
                </a:solidFill>
              </a:rPr>
              <a:t>Efficiency is set by thermodynamics and not by heat engine. </a:t>
            </a:r>
            <a:r>
              <a:rPr b="0" i="0" lang="en" sz="700">
                <a:solidFill>
                  <a:srgbClr val="BCD0D8"/>
                </a:solidFill>
                <a:latin typeface="Arial"/>
                <a:ea typeface="Arial"/>
                <a:cs typeface="Arial"/>
                <a:sym typeface="Arial"/>
              </a:rPr>
              <a:t>So no Carnot ceiling — but a 1.23 V one instead.</a:t>
            </a:r>
            <a:endParaRPr sz="1100"/>
          </a:p>
        </p:txBody>
      </p:sp>
      <p:sp>
        <p:nvSpPr>
          <p:cNvPr id="768" name="Google Shape;768;p39"/>
          <p:cNvSpPr/>
          <p:nvPr/>
        </p:nvSpPr>
        <p:spPr>
          <a:xfrm>
            <a:off x="6080007" y="1207008"/>
            <a:ext cx="2686800" cy="809400"/>
          </a:xfrm>
          <a:prstGeom prst="roundRect">
            <a:avLst>
              <a:gd fmla="val 5932" name="adj"/>
            </a:avLst>
          </a:prstGeom>
          <a:solidFill>
            <a:srgbClr val="11364A"/>
          </a:solidFill>
          <a:ln cap="flat" cmpd="sng" w="7150">
            <a:solidFill>
              <a:srgbClr val="2A5769"/>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69" name="Google Shape;769;p39"/>
          <p:cNvSpPr txBox="1"/>
          <p:nvPr/>
        </p:nvSpPr>
        <p:spPr>
          <a:xfrm>
            <a:off x="6196594" y="1327709"/>
            <a:ext cx="2453700" cy="2022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900">
                <a:solidFill>
                  <a:srgbClr val="FFFFFF"/>
                </a:solidFill>
                <a:latin typeface="Arial"/>
                <a:ea typeface="Arial"/>
                <a:cs typeface="Arial"/>
                <a:sym typeface="Arial"/>
              </a:rPr>
              <a:t>Voltage always falls</a:t>
            </a:r>
            <a:endParaRPr sz="1100"/>
          </a:p>
        </p:txBody>
      </p:sp>
      <p:sp>
        <p:nvSpPr>
          <p:cNvPr id="770" name="Google Shape;770;p39"/>
          <p:cNvSpPr txBox="1"/>
          <p:nvPr/>
        </p:nvSpPr>
        <p:spPr>
          <a:xfrm>
            <a:off x="6196594" y="1509350"/>
            <a:ext cx="2453700" cy="2892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BCD0D8"/>
                </a:solidFill>
                <a:latin typeface="Arial"/>
                <a:ea typeface="Arial"/>
                <a:cs typeface="Arial"/>
                <a:sym typeface="Arial"/>
              </a:rPr>
              <a:t>Efficiency and power density are the same axis, read two ways.</a:t>
            </a:r>
            <a:endParaRPr sz="1100"/>
          </a:p>
        </p:txBody>
      </p:sp>
      <p:sp>
        <p:nvSpPr>
          <p:cNvPr id="771" name="Google Shape;771;p39"/>
          <p:cNvSpPr/>
          <p:nvPr/>
        </p:nvSpPr>
        <p:spPr>
          <a:xfrm>
            <a:off x="377192" y="2112264"/>
            <a:ext cx="2686800" cy="809400"/>
          </a:xfrm>
          <a:prstGeom prst="roundRect">
            <a:avLst>
              <a:gd fmla="val 5932" name="adj"/>
            </a:avLst>
          </a:prstGeom>
          <a:solidFill>
            <a:srgbClr val="11364A"/>
          </a:solidFill>
          <a:ln cap="flat" cmpd="sng" w="7150">
            <a:solidFill>
              <a:srgbClr val="2A5769"/>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72" name="Google Shape;772;p39"/>
          <p:cNvSpPr txBox="1"/>
          <p:nvPr/>
        </p:nvSpPr>
        <p:spPr>
          <a:xfrm>
            <a:off x="493778" y="2232965"/>
            <a:ext cx="2453700" cy="2022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900">
                <a:solidFill>
                  <a:srgbClr val="FFFFFF"/>
                </a:solidFill>
                <a:latin typeface="Arial"/>
                <a:ea typeface="Arial"/>
                <a:cs typeface="Arial"/>
                <a:sym typeface="Arial"/>
              </a:rPr>
              <a:t>Power is not energy</a:t>
            </a:r>
            <a:endParaRPr sz="1100"/>
          </a:p>
        </p:txBody>
      </p:sp>
      <p:sp>
        <p:nvSpPr>
          <p:cNvPr id="773" name="Google Shape;773;p39"/>
          <p:cNvSpPr txBox="1"/>
          <p:nvPr/>
        </p:nvSpPr>
        <p:spPr>
          <a:xfrm>
            <a:off x="493778" y="2414606"/>
            <a:ext cx="2453700" cy="2892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BCD0D8"/>
                </a:solidFill>
                <a:latin typeface="Arial"/>
                <a:ea typeface="Arial"/>
                <a:cs typeface="Arial"/>
                <a:sym typeface="Arial"/>
              </a:rPr>
              <a:t>Area and cell count set the power; the tank sets the runtime.</a:t>
            </a:r>
            <a:endParaRPr sz="1100"/>
          </a:p>
        </p:txBody>
      </p:sp>
      <p:sp>
        <p:nvSpPr>
          <p:cNvPr id="774" name="Google Shape;774;p39"/>
          <p:cNvSpPr/>
          <p:nvPr/>
        </p:nvSpPr>
        <p:spPr>
          <a:xfrm>
            <a:off x="3228599" y="2112264"/>
            <a:ext cx="2686800" cy="809400"/>
          </a:xfrm>
          <a:prstGeom prst="roundRect">
            <a:avLst>
              <a:gd fmla="val 5932" name="adj"/>
            </a:avLst>
          </a:prstGeom>
          <a:solidFill>
            <a:srgbClr val="11364A"/>
          </a:solidFill>
          <a:ln cap="flat" cmpd="sng" w="7150">
            <a:solidFill>
              <a:srgbClr val="2A5769"/>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75" name="Google Shape;775;p39"/>
          <p:cNvSpPr txBox="1"/>
          <p:nvPr/>
        </p:nvSpPr>
        <p:spPr>
          <a:xfrm>
            <a:off x="3345185" y="2232965"/>
            <a:ext cx="2453700" cy="2022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900">
                <a:solidFill>
                  <a:srgbClr val="FFFFFF"/>
                </a:solidFill>
                <a:latin typeface="Arial"/>
                <a:ea typeface="Arial"/>
                <a:cs typeface="Arial"/>
                <a:sym typeface="Arial"/>
              </a:rPr>
              <a:t>A stack is not a system</a:t>
            </a:r>
            <a:endParaRPr sz="1100"/>
          </a:p>
        </p:txBody>
      </p:sp>
      <p:sp>
        <p:nvSpPr>
          <p:cNvPr id="776" name="Google Shape;776;p39"/>
          <p:cNvSpPr txBox="1"/>
          <p:nvPr/>
        </p:nvSpPr>
        <p:spPr>
          <a:xfrm>
            <a:off x="3345185" y="2414606"/>
            <a:ext cx="2453700" cy="1788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BCD0D8"/>
                </a:solidFill>
                <a:latin typeface="Arial"/>
                <a:ea typeface="Arial"/>
                <a:cs typeface="Arial"/>
                <a:sym typeface="Arial"/>
              </a:rPr>
              <a:t>Auxiliaries and heat decide what the load receives.</a:t>
            </a:r>
            <a:endParaRPr sz="1100"/>
          </a:p>
        </p:txBody>
      </p:sp>
      <p:sp>
        <p:nvSpPr>
          <p:cNvPr id="777" name="Google Shape;777;p39"/>
          <p:cNvSpPr/>
          <p:nvPr/>
        </p:nvSpPr>
        <p:spPr>
          <a:xfrm>
            <a:off x="6080007" y="2112264"/>
            <a:ext cx="2686800" cy="809400"/>
          </a:xfrm>
          <a:prstGeom prst="roundRect">
            <a:avLst>
              <a:gd fmla="val 5932" name="adj"/>
            </a:avLst>
          </a:prstGeom>
          <a:solidFill>
            <a:srgbClr val="11364A"/>
          </a:solidFill>
          <a:ln cap="flat" cmpd="sng" w="7150">
            <a:solidFill>
              <a:srgbClr val="2A5769"/>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78" name="Google Shape;778;p39"/>
          <p:cNvSpPr txBox="1"/>
          <p:nvPr/>
        </p:nvSpPr>
        <p:spPr>
          <a:xfrm>
            <a:off x="6196594" y="2232965"/>
            <a:ext cx="2453700" cy="2022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900">
                <a:solidFill>
                  <a:srgbClr val="FFFFFF"/>
                </a:solidFill>
                <a:latin typeface="Arial"/>
                <a:ea typeface="Arial"/>
                <a:cs typeface="Arial"/>
                <a:sym typeface="Arial"/>
              </a:rPr>
              <a:t>As clean as its fuel</a:t>
            </a:r>
            <a:endParaRPr sz="1100"/>
          </a:p>
        </p:txBody>
      </p:sp>
      <p:sp>
        <p:nvSpPr>
          <p:cNvPr id="779" name="Google Shape;779;p39"/>
          <p:cNvSpPr txBox="1"/>
          <p:nvPr/>
        </p:nvSpPr>
        <p:spPr>
          <a:xfrm>
            <a:off x="6196594" y="2414606"/>
            <a:ext cx="2453700" cy="2892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700">
                <a:solidFill>
                  <a:srgbClr val="BCD0D8"/>
                </a:solidFill>
                <a:latin typeface="Arial"/>
                <a:ea typeface="Arial"/>
                <a:cs typeface="Arial"/>
                <a:sym typeface="Arial"/>
              </a:rPr>
              <a:t>The stack is clean; the upstream pathway decides the rest.</a:t>
            </a:r>
            <a:endParaRPr sz="1100"/>
          </a:p>
        </p:txBody>
      </p:sp>
      <p:sp>
        <p:nvSpPr>
          <p:cNvPr id="780" name="Google Shape;780;p39"/>
          <p:cNvSpPr/>
          <p:nvPr/>
        </p:nvSpPr>
        <p:spPr>
          <a:xfrm>
            <a:off x="377192" y="3099815"/>
            <a:ext cx="8389500" cy="795600"/>
          </a:xfrm>
          <a:prstGeom prst="roundRect">
            <a:avLst>
              <a:gd fmla="val 6034" name="adj"/>
            </a:avLst>
          </a:prstGeom>
          <a:solidFill>
            <a:srgbClr val="11364A"/>
          </a:solidFill>
          <a:ln cap="flat" cmpd="sng" w="7150">
            <a:solidFill>
              <a:srgbClr val="2A5769"/>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81" name="Google Shape;781;p39"/>
          <p:cNvSpPr txBox="1"/>
          <p:nvPr/>
        </p:nvSpPr>
        <p:spPr>
          <a:xfrm>
            <a:off x="493778" y="3220517"/>
            <a:ext cx="8156400" cy="2082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900">
                <a:solidFill>
                  <a:srgbClr val="FFFFFF"/>
                </a:solidFill>
                <a:latin typeface="Arial"/>
                <a:ea typeface="Arial"/>
                <a:cs typeface="Arial"/>
                <a:sym typeface="Arial"/>
              </a:rPr>
              <a:t>What it competes with</a:t>
            </a:r>
            <a:endParaRPr sz="1100"/>
          </a:p>
        </p:txBody>
      </p:sp>
      <p:sp>
        <p:nvSpPr>
          <p:cNvPr id="782" name="Google Shape;782;p39"/>
          <p:cNvSpPr txBox="1"/>
          <p:nvPr/>
        </p:nvSpPr>
        <p:spPr>
          <a:xfrm>
            <a:off x="493778" y="3407968"/>
            <a:ext cx="8156400" cy="3126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0" i="0" lang="en" sz="800">
                <a:solidFill>
                  <a:srgbClr val="BCD0D8"/>
                </a:solidFill>
                <a:latin typeface="Arial"/>
                <a:ea typeface="Arial"/>
                <a:cs typeface="Arial"/>
                <a:sym typeface="Arial"/>
              </a:rPr>
              <a:t>A fuel cell replaces an engine or a diesel generator — not a battery. It wins wherever stored energy, long autonomy and fast refuelling matter more than round-trip efficiency, and it loses wherever they do not.</a:t>
            </a:r>
            <a:endParaRPr sz="1100"/>
          </a:p>
        </p:txBody>
      </p:sp>
      <p:sp>
        <p:nvSpPr>
          <p:cNvPr id="783" name="Google Shape;783;p39"/>
          <p:cNvSpPr txBox="1"/>
          <p:nvPr/>
        </p:nvSpPr>
        <p:spPr>
          <a:xfrm>
            <a:off x="342901" y="4073652"/>
            <a:ext cx="8389500" cy="411600"/>
          </a:xfrm>
          <a:prstGeom prst="rect">
            <a:avLst/>
          </a:prstGeom>
          <a:noFill/>
          <a:ln>
            <a:noFill/>
          </a:ln>
        </p:spPr>
        <p:txBody>
          <a:bodyPr anchorCtr="0" anchor="t" bIns="34275" lIns="34275" spcFirstLastPara="1" rIns="34275" wrap="square" tIns="34275">
            <a:noAutofit/>
          </a:bodyPr>
          <a:lstStyle/>
          <a:p>
            <a:pPr indent="0" lvl="0" marL="0" marR="0" rtl="0" algn="l">
              <a:lnSpc>
                <a:spcPct val="101666"/>
              </a:lnSpc>
              <a:spcBef>
                <a:spcPts val="0"/>
              </a:spcBef>
              <a:spcAft>
                <a:spcPts val="0"/>
              </a:spcAft>
              <a:buNone/>
            </a:pPr>
            <a:r>
              <a:rPr b="1" i="0" lang="en" sz="900">
                <a:solidFill>
                  <a:srgbClr val="C77A12"/>
                </a:solidFill>
                <a:latin typeface="Arial"/>
                <a:ea typeface="Arial"/>
                <a:cs typeface="Arial"/>
                <a:sym typeface="Arial"/>
              </a:rPr>
              <a:t>Hydrogen belongs where direct electrification is difficult. For short-range and grid-connected duty, batteries remain the better answer — and being precise about that is what makes the rest credible.</a:t>
            </a:r>
            <a:endParaRPr sz="1100"/>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